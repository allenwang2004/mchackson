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0"/>
  </p:notesMasterIdLst>
  <p:sldIdLst>
    <p:sldId id="2147471235" r:id="rId2"/>
    <p:sldId id="256" r:id="rId3"/>
    <p:sldId id="2147471218" r:id="rId4"/>
    <p:sldId id="2147471233" r:id="rId5"/>
    <p:sldId id="2147471232" r:id="rId6"/>
    <p:sldId id="2147471221" r:id="rId7"/>
    <p:sldId id="2147471225" r:id="rId8"/>
    <p:sldId id="2147471226" r:id="rId9"/>
    <p:sldId id="2147471223" r:id="rId10"/>
    <p:sldId id="260" r:id="rId11"/>
    <p:sldId id="2147471220" r:id="rId12"/>
    <p:sldId id="264" r:id="rId13"/>
    <p:sldId id="2147471222" r:id="rId14"/>
    <p:sldId id="2147471227" r:id="rId15"/>
    <p:sldId id="2147471231" r:id="rId16"/>
    <p:sldId id="2147471234" r:id="rId17"/>
    <p:sldId id="2147471230" r:id="rId18"/>
    <p:sldId id="267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14E352-714F-4527-B309-2997123BCDFE}" v="1365" dt="2024-10-01T02:23:34.755"/>
    <p1510:client id="{64E424B9-9E23-4046-8571-1980573F3386}" v="121" dt="2024-09-30T07:19:25.724"/>
    <p1510:client id="{74DBCC3E-F489-4DD1-8A4F-75938E553695}" v="16" dt="2024-09-30T03:03:18.5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5958"/>
  </p:normalViewPr>
  <p:slideViewPr>
    <p:cSldViewPr snapToGrid="0">
      <p:cViewPr varScale="1">
        <p:scale>
          <a:sx n="106" d="100"/>
          <a:sy n="106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鄭羽涵" userId="4b87d878-404f-4b80-b315-35ec66ead1dc" providerId="ADAL" clId="{0214E352-714F-4527-B309-2997123BCDFE}"/>
    <pc:docChg chg="custSel addSld delSld modSld sldOrd">
      <pc:chgData name="鄭羽涵" userId="4b87d878-404f-4b80-b315-35ec66ead1dc" providerId="ADAL" clId="{0214E352-714F-4527-B309-2997123BCDFE}" dt="2024-10-01T02:23:34.755" v="1363" actId="2711"/>
      <pc:docMkLst>
        <pc:docMk/>
      </pc:docMkLst>
      <pc:sldChg chg="modSp mod">
        <pc:chgData name="鄭羽涵" userId="4b87d878-404f-4b80-b315-35ec66ead1dc" providerId="ADAL" clId="{0214E352-714F-4527-B309-2997123BCDFE}" dt="2024-09-30T09:44:14.798" v="1327" actId="20577"/>
        <pc:sldMkLst>
          <pc:docMk/>
          <pc:sldMk cId="1356481016" sldId="260"/>
        </pc:sldMkLst>
        <pc:spChg chg="mod">
          <ac:chgData name="鄭羽涵" userId="4b87d878-404f-4b80-b315-35ec66ead1dc" providerId="ADAL" clId="{0214E352-714F-4527-B309-2997123BCDFE}" dt="2024-09-30T09:44:14.798" v="1327" actId="20577"/>
          <ac:spMkLst>
            <pc:docMk/>
            <pc:sldMk cId="1356481016" sldId="260"/>
            <ac:spMk id="3" creationId="{CC46F41A-D717-3167-1947-F31DA48C5EBA}"/>
          </ac:spMkLst>
        </pc:spChg>
        <pc:spChg chg="mod">
          <ac:chgData name="鄭羽涵" userId="4b87d878-404f-4b80-b315-35ec66ead1dc" providerId="ADAL" clId="{0214E352-714F-4527-B309-2997123BCDFE}" dt="2024-09-30T03:38:10.686" v="8" actId="404"/>
          <ac:spMkLst>
            <pc:docMk/>
            <pc:sldMk cId="1356481016" sldId="260"/>
            <ac:spMk id="5" creationId="{81A163AE-9BA0-D81A-3539-686AD61C822C}"/>
          </ac:spMkLst>
        </pc:spChg>
      </pc:sldChg>
      <pc:sldChg chg="modSp mod">
        <pc:chgData name="鄭羽涵" userId="4b87d878-404f-4b80-b315-35ec66ead1dc" providerId="ADAL" clId="{0214E352-714F-4527-B309-2997123BCDFE}" dt="2024-09-30T09:37:12.379" v="1264" actId="12"/>
        <pc:sldMkLst>
          <pc:docMk/>
          <pc:sldMk cId="1923933412" sldId="264"/>
        </pc:sldMkLst>
        <pc:spChg chg="mod">
          <ac:chgData name="鄭羽涵" userId="4b87d878-404f-4b80-b315-35ec66ead1dc" providerId="ADAL" clId="{0214E352-714F-4527-B309-2997123BCDFE}" dt="2024-09-30T03:38:03.187" v="7" actId="403"/>
          <ac:spMkLst>
            <pc:docMk/>
            <pc:sldMk cId="1923933412" sldId="264"/>
            <ac:spMk id="2" creationId="{33D1B22E-6253-979F-4EE2-EAC161A7CD2A}"/>
          </ac:spMkLst>
        </pc:spChg>
        <pc:spChg chg="mod">
          <ac:chgData name="鄭羽涵" userId="4b87d878-404f-4b80-b315-35ec66ead1dc" providerId="ADAL" clId="{0214E352-714F-4527-B309-2997123BCDFE}" dt="2024-09-30T09:37:12.379" v="1264" actId="12"/>
          <ac:spMkLst>
            <pc:docMk/>
            <pc:sldMk cId="1923933412" sldId="264"/>
            <ac:spMk id="3" creationId="{1D79838E-2F29-4315-31CB-2B352E53ED01}"/>
          </ac:spMkLst>
        </pc:spChg>
      </pc:sldChg>
      <pc:sldChg chg="modSp mod">
        <pc:chgData name="鄭羽涵" userId="4b87d878-404f-4b80-b315-35ec66ead1dc" providerId="ADAL" clId="{0214E352-714F-4527-B309-2997123BCDFE}" dt="2024-09-30T07:52:31.217" v="594" actId="20577"/>
        <pc:sldMkLst>
          <pc:docMk/>
          <pc:sldMk cId="1558538950" sldId="2147471218"/>
        </pc:sldMkLst>
        <pc:spChg chg="mod">
          <ac:chgData name="鄭羽涵" userId="4b87d878-404f-4b80-b315-35ec66ead1dc" providerId="ADAL" clId="{0214E352-714F-4527-B309-2997123BCDFE}" dt="2024-09-30T03:38:27.438" v="13" actId="255"/>
          <ac:spMkLst>
            <pc:docMk/>
            <pc:sldMk cId="1558538950" sldId="2147471218"/>
            <ac:spMk id="2" creationId="{20F995A1-EA15-8FE1-3443-A05CA06FF666}"/>
          </ac:spMkLst>
        </pc:spChg>
        <pc:spChg chg="mod">
          <ac:chgData name="鄭羽涵" userId="4b87d878-404f-4b80-b315-35ec66ead1dc" providerId="ADAL" clId="{0214E352-714F-4527-B309-2997123BCDFE}" dt="2024-09-30T07:52:31.217" v="594" actId="20577"/>
          <ac:spMkLst>
            <pc:docMk/>
            <pc:sldMk cId="1558538950" sldId="2147471218"/>
            <ac:spMk id="3" creationId="{0772AEDC-9B8C-4BB1-EC37-C6D19833A9E5}"/>
          </ac:spMkLst>
        </pc:spChg>
      </pc:sldChg>
      <pc:sldChg chg="modSp mod">
        <pc:chgData name="鄭羽涵" userId="4b87d878-404f-4b80-b315-35ec66ead1dc" providerId="ADAL" clId="{0214E352-714F-4527-B309-2997123BCDFE}" dt="2024-09-30T09:33:52.400" v="1238" actId="1036"/>
        <pc:sldMkLst>
          <pc:docMk/>
          <pc:sldMk cId="33948471" sldId="2147471220"/>
        </pc:sldMkLst>
        <pc:spChg chg="mod">
          <ac:chgData name="鄭羽涵" userId="4b87d878-404f-4b80-b315-35ec66ead1dc" providerId="ADAL" clId="{0214E352-714F-4527-B309-2997123BCDFE}" dt="2024-09-30T09:33:52.400" v="1238" actId="1036"/>
          <ac:spMkLst>
            <pc:docMk/>
            <pc:sldMk cId="33948471" sldId="2147471220"/>
            <ac:spMk id="3" creationId="{DB15D3B2-F18C-FACC-4AE1-1E1E6AB4FF54}"/>
          </ac:spMkLst>
        </pc:spChg>
      </pc:sldChg>
      <pc:sldChg chg="modSp mod">
        <pc:chgData name="鄭羽涵" userId="4b87d878-404f-4b80-b315-35ec66ead1dc" providerId="ADAL" clId="{0214E352-714F-4527-B309-2997123BCDFE}" dt="2024-09-30T03:38:23.620" v="12" actId="255"/>
        <pc:sldMkLst>
          <pc:docMk/>
          <pc:sldMk cId="1022875413" sldId="2147471221"/>
        </pc:sldMkLst>
        <pc:spChg chg="mod">
          <ac:chgData name="鄭羽涵" userId="4b87d878-404f-4b80-b315-35ec66ead1dc" providerId="ADAL" clId="{0214E352-714F-4527-B309-2997123BCDFE}" dt="2024-09-30T03:38:23.620" v="12" actId="255"/>
          <ac:spMkLst>
            <pc:docMk/>
            <pc:sldMk cId="1022875413" sldId="2147471221"/>
            <ac:spMk id="2" creationId="{1B64BD4A-BFFE-DABC-733D-FF6D4DE74024}"/>
          </ac:spMkLst>
        </pc:spChg>
      </pc:sldChg>
      <pc:sldChg chg="addSp delSp modSp mod">
        <pc:chgData name="鄭羽涵" userId="4b87d878-404f-4b80-b315-35ec66ead1dc" providerId="ADAL" clId="{0214E352-714F-4527-B309-2997123BCDFE}" dt="2024-10-01T02:23:03.405" v="1362" actId="1076"/>
        <pc:sldMkLst>
          <pc:docMk/>
          <pc:sldMk cId="3978807778" sldId="2147471222"/>
        </pc:sldMkLst>
        <pc:spChg chg="mod">
          <ac:chgData name="鄭羽涵" userId="4b87d878-404f-4b80-b315-35ec66ead1dc" providerId="ADAL" clId="{0214E352-714F-4527-B309-2997123BCDFE}" dt="2024-09-30T09:34:27.017" v="1240" actId="20577"/>
          <ac:spMkLst>
            <pc:docMk/>
            <pc:sldMk cId="3978807778" sldId="2147471222"/>
            <ac:spMk id="2" creationId="{38C94D4F-8F3F-FD46-E216-B2D1E75DF06C}"/>
          </ac:spMkLst>
        </pc:spChg>
        <pc:spChg chg="mod">
          <ac:chgData name="鄭羽涵" userId="4b87d878-404f-4b80-b315-35ec66ead1dc" providerId="ADAL" clId="{0214E352-714F-4527-B309-2997123BCDFE}" dt="2024-10-01T01:45:26.240" v="1355" actId="14100"/>
          <ac:spMkLst>
            <pc:docMk/>
            <pc:sldMk cId="3978807778" sldId="2147471222"/>
            <ac:spMk id="3" creationId="{DF012310-8148-EBAF-75AB-0E02B4F3C620}"/>
          </ac:spMkLst>
        </pc:spChg>
        <pc:spChg chg="add mod">
          <ac:chgData name="鄭羽涵" userId="4b87d878-404f-4b80-b315-35ec66ead1dc" providerId="ADAL" clId="{0214E352-714F-4527-B309-2997123BCDFE}" dt="2024-10-01T02:22:58.060" v="1360" actId="1076"/>
          <ac:spMkLst>
            <pc:docMk/>
            <pc:sldMk cId="3978807778" sldId="2147471222"/>
            <ac:spMk id="5" creationId="{81EA295D-C2BE-ECE4-0E21-00ED0E91E4CA}"/>
          </ac:spMkLst>
        </pc:spChg>
        <pc:spChg chg="mod">
          <ac:chgData name="鄭羽涵" userId="4b87d878-404f-4b80-b315-35ec66ead1dc" providerId="ADAL" clId="{0214E352-714F-4527-B309-2997123BCDFE}" dt="2024-10-01T02:23:03.405" v="1362" actId="1076"/>
          <ac:spMkLst>
            <pc:docMk/>
            <pc:sldMk cId="3978807778" sldId="2147471222"/>
            <ac:spMk id="7" creationId="{8D82DE69-6839-0059-D553-3C72DA18F11B}"/>
          </ac:spMkLst>
        </pc:spChg>
        <pc:spChg chg="add mod">
          <ac:chgData name="鄭羽涵" userId="4b87d878-404f-4b80-b315-35ec66ead1dc" providerId="ADAL" clId="{0214E352-714F-4527-B309-2997123BCDFE}" dt="2024-10-01T01:45:33.490" v="1358" actId="1076"/>
          <ac:spMkLst>
            <pc:docMk/>
            <pc:sldMk cId="3978807778" sldId="2147471222"/>
            <ac:spMk id="10" creationId="{2A1D7248-2F37-557C-71F4-88880A3CC6E4}"/>
          </ac:spMkLst>
        </pc:spChg>
        <pc:picChg chg="del mod">
          <ac:chgData name="鄭羽涵" userId="4b87d878-404f-4b80-b315-35ec66ead1dc" providerId="ADAL" clId="{0214E352-714F-4527-B309-2997123BCDFE}" dt="2024-10-01T01:44:34.737" v="1346" actId="478"/>
          <ac:picMkLst>
            <pc:docMk/>
            <pc:sldMk cId="3978807778" sldId="2147471222"/>
            <ac:picMk id="4" creationId="{0A84F5AC-0D38-2D6A-1DC3-4727CE80CB9D}"/>
          </ac:picMkLst>
        </pc:picChg>
        <pc:picChg chg="mod">
          <ac:chgData name="鄭羽涵" userId="4b87d878-404f-4b80-b315-35ec66ead1dc" providerId="ADAL" clId="{0214E352-714F-4527-B309-2997123BCDFE}" dt="2024-10-01T01:45:31.052" v="1357" actId="1076"/>
          <ac:picMkLst>
            <pc:docMk/>
            <pc:sldMk cId="3978807778" sldId="2147471222"/>
            <ac:picMk id="6" creationId="{775D571D-BFC6-0C81-8031-448AE1C44059}"/>
          </ac:picMkLst>
        </pc:picChg>
        <pc:picChg chg="add mod">
          <ac:chgData name="鄭羽涵" userId="4b87d878-404f-4b80-b315-35ec66ead1dc" providerId="ADAL" clId="{0214E352-714F-4527-B309-2997123BCDFE}" dt="2024-10-01T01:45:28.615" v="1356" actId="1076"/>
          <ac:picMkLst>
            <pc:docMk/>
            <pc:sldMk cId="3978807778" sldId="2147471222"/>
            <ac:picMk id="8" creationId="{61E7206F-83CB-A1E9-7370-CE4E4626DE72}"/>
          </ac:picMkLst>
        </pc:picChg>
        <pc:cxnChg chg="add mod">
          <ac:chgData name="鄭羽涵" userId="4b87d878-404f-4b80-b315-35ec66ead1dc" providerId="ADAL" clId="{0214E352-714F-4527-B309-2997123BCDFE}" dt="2024-10-01T02:22:59.409" v="1361" actId="1076"/>
          <ac:cxnSpMkLst>
            <pc:docMk/>
            <pc:sldMk cId="3978807778" sldId="2147471222"/>
            <ac:cxnSpMk id="9" creationId="{80889E24-BB71-DCA1-EC51-F8801460BF72}"/>
          </ac:cxnSpMkLst>
        </pc:cxnChg>
      </pc:sldChg>
      <pc:sldChg chg="modSp mod">
        <pc:chgData name="鄭羽涵" userId="4b87d878-404f-4b80-b315-35ec66ead1dc" providerId="ADAL" clId="{0214E352-714F-4527-B309-2997123BCDFE}" dt="2024-09-30T03:38:14.751" v="9" actId="404"/>
        <pc:sldMkLst>
          <pc:docMk/>
          <pc:sldMk cId="3047318844" sldId="2147471223"/>
        </pc:sldMkLst>
        <pc:spChg chg="mod">
          <ac:chgData name="鄭羽涵" userId="4b87d878-404f-4b80-b315-35ec66ead1dc" providerId="ADAL" clId="{0214E352-714F-4527-B309-2997123BCDFE}" dt="2024-09-30T03:38:14.751" v="9" actId="404"/>
          <ac:spMkLst>
            <pc:docMk/>
            <pc:sldMk cId="3047318844" sldId="2147471223"/>
            <ac:spMk id="14" creationId="{EA4FC6AA-6B42-D660-DD5B-6F1AEF337E20}"/>
          </ac:spMkLst>
        </pc:spChg>
      </pc:sldChg>
      <pc:sldChg chg="addSp delSp modSp mod">
        <pc:chgData name="鄭羽涵" userId="4b87d878-404f-4b80-b315-35ec66ead1dc" providerId="ADAL" clId="{0214E352-714F-4527-B309-2997123BCDFE}" dt="2024-09-30T09:24:25.261" v="1227" actId="1076"/>
        <pc:sldMkLst>
          <pc:docMk/>
          <pc:sldMk cId="2768909648" sldId="2147471225"/>
        </pc:sldMkLst>
        <pc:spChg chg="mod">
          <ac:chgData name="鄭羽涵" userId="4b87d878-404f-4b80-b315-35ec66ead1dc" providerId="ADAL" clId="{0214E352-714F-4527-B309-2997123BCDFE}" dt="2024-09-30T03:38:20.740" v="11" actId="255"/>
          <ac:spMkLst>
            <pc:docMk/>
            <pc:sldMk cId="2768909648" sldId="2147471225"/>
            <ac:spMk id="11" creationId="{9A6300D0-91C7-2BD0-0556-CD96700024EA}"/>
          </ac:spMkLst>
        </pc:spChg>
        <pc:spChg chg="del">
          <ac:chgData name="鄭羽涵" userId="4b87d878-404f-4b80-b315-35ec66ead1dc" providerId="ADAL" clId="{0214E352-714F-4527-B309-2997123BCDFE}" dt="2024-09-30T09:19:11.827" v="1015" actId="478"/>
          <ac:spMkLst>
            <pc:docMk/>
            <pc:sldMk cId="2768909648" sldId="2147471225"/>
            <ac:spMk id="12" creationId="{EF3D8EEA-EEEC-DC20-5B1B-53E16E7F3FF7}"/>
          </ac:spMkLst>
        </pc:spChg>
        <pc:spChg chg="add mod">
          <ac:chgData name="鄭羽涵" userId="4b87d878-404f-4b80-b315-35ec66ead1dc" providerId="ADAL" clId="{0214E352-714F-4527-B309-2997123BCDFE}" dt="2024-09-30T09:24:18.741" v="1225" actId="1076"/>
          <ac:spMkLst>
            <pc:docMk/>
            <pc:sldMk cId="2768909648" sldId="2147471225"/>
            <ac:spMk id="14" creationId="{085F169F-0204-F043-BBFD-1563DCF4D253}"/>
          </ac:spMkLst>
        </pc:spChg>
        <pc:spChg chg="add mod">
          <ac:chgData name="鄭羽涵" userId="4b87d878-404f-4b80-b315-35ec66ead1dc" providerId="ADAL" clId="{0214E352-714F-4527-B309-2997123BCDFE}" dt="2024-09-30T09:24:18.741" v="1225" actId="1076"/>
          <ac:spMkLst>
            <pc:docMk/>
            <pc:sldMk cId="2768909648" sldId="2147471225"/>
            <ac:spMk id="15" creationId="{A018DC68-EED4-645E-0BAF-75FC64396580}"/>
          </ac:spMkLst>
        </pc:spChg>
        <pc:spChg chg="add mod">
          <ac:chgData name="鄭羽涵" userId="4b87d878-404f-4b80-b315-35ec66ead1dc" providerId="ADAL" clId="{0214E352-714F-4527-B309-2997123BCDFE}" dt="2024-09-30T09:24:25.261" v="1227" actId="1076"/>
          <ac:spMkLst>
            <pc:docMk/>
            <pc:sldMk cId="2768909648" sldId="2147471225"/>
            <ac:spMk id="16" creationId="{2753283A-4623-9B57-FF78-FE55AEBE700A}"/>
          </ac:spMkLst>
        </pc:spChg>
        <pc:picChg chg="mod">
          <ac:chgData name="鄭羽涵" userId="4b87d878-404f-4b80-b315-35ec66ead1dc" providerId="ADAL" clId="{0214E352-714F-4527-B309-2997123BCDFE}" dt="2024-09-30T09:24:21.888" v="1226" actId="1076"/>
          <ac:picMkLst>
            <pc:docMk/>
            <pc:sldMk cId="2768909648" sldId="2147471225"/>
            <ac:picMk id="4" creationId="{D9751A57-AA7A-C269-B665-AE9492949A98}"/>
          </ac:picMkLst>
        </pc:picChg>
        <pc:picChg chg="add mod modCrop">
          <ac:chgData name="鄭羽涵" userId="4b87d878-404f-4b80-b315-35ec66ead1dc" providerId="ADAL" clId="{0214E352-714F-4527-B309-2997123BCDFE}" dt="2024-09-30T09:24:18.741" v="1225" actId="1076"/>
          <ac:picMkLst>
            <pc:docMk/>
            <pc:sldMk cId="2768909648" sldId="2147471225"/>
            <ac:picMk id="13" creationId="{E0F81DED-8F9F-AFC7-99B0-462C89A617F2}"/>
          </ac:picMkLst>
        </pc:picChg>
      </pc:sldChg>
      <pc:sldChg chg="modSp mod">
        <pc:chgData name="鄭羽涵" userId="4b87d878-404f-4b80-b315-35ec66ead1dc" providerId="ADAL" clId="{0214E352-714F-4527-B309-2997123BCDFE}" dt="2024-09-30T03:38:18.085" v="10" actId="255"/>
        <pc:sldMkLst>
          <pc:docMk/>
          <pc:sldMk cId="2766546189" sldId="2147471226"/>
        </pc:sldMkLst>
        <pc:spChg chg="mod">
          <ac:chgData name="鄭羽涵" userId="4b87d878-404f-4b80-b315-35ec66ead1dc" providerId="ADAL" clId="{0214E352-714F-4527-B309-2997123BCDFE}" dt="2024-09-30T03:38:18.085" v="10" actId="255"/>
          <ac:spMkLst>
            <pc:docMk/>
            <pc:sldMk cId="2766546189" sldId="2147471226"/>
            <ac:spMk id="2" creationId="{3062938A-804F-2B23-83D8-5A72BF51E761}"/>
          </ac:spMkLst>
        </pc:spChg>
      </pc:sldChg>
      <pc:sldChg chg="modSp mod">
        <pc:chgData name="鄭羽涵" userId="4b87d878-404f-4b80-b315-35ec66ead1dc" providerId="ADAL" clId="{0214E352-714F-4527-B309-2997123BCDFE}" dt="2024-09-30T09:37:44.240" v="1279" actId="113"/>
        <pc:sldMkLst>
          <pc:docMk/>
          <pc:sldMk cId="4262162196" sldId="2147471227"/>
        </pc:sldMkLst>
        <pc:spChg chg="mod">
          <ac:chgData name="鄭羽涵" userId="4b87d878-404f-4b80-b315-35ec66ead1dc" providerId="ADAL" clId="{0214E352-714F-4527-B309-2997123BCDFE}" dt="2024-09-30T09:37:44.240" v="1279" actId="113"/>
          <ac:spMkLst>
            <pc:docMk/>
            <pc:sldMk cId="4262162196" sldId="2147471227"/>
            <ac:spMk id="3" creationId="{E7975C25-88C8-E778-736D-A8DC5305C133}"/>
          </ac:spMkLst>
        </pc:spChg>
      </pc:sldChg>
      <pc:sldChg chg="modSp del mod">
        <pc:chgData name="鄭羽涵" userId="4b87d878-404f-4b80-b315-35ec66ead1dc" providerId="ADAL" clId="{0214E352-714F-4527-B309-2997123BCDFE}" dt="2024-09-30T07:39:31.612" v="588" actId="2696"/>
        <pc:sldMkLst>
          <pc:docMk/>
          <pc:sldMk cId="686541918" sldId="2147471229"/>
        </pc:sldMkLst>
        <pc:spChg chg="mod">
          <ac:chgData name="鄭羽涵" userId="4b87d878-404f-4b80-b315-35ec66ead1dc" providerId="ADAL" clId="{0214E352-714F-4527-B309-2997123BCDFE}" dt="2024-09-30T03:37:53.183" v="6" actId="404"/>
          <ac:spMkLst>
            <pc:docMk/>
            <pc:sldMk cId="686541918" sldId="2147471229"/>
            <ac:spMk id="2" creationId="{91AF9546-B1EC-BE3A-56A6-331BD1E30523}"/>
          </ac:spMkLst>
        </pc:spChg>
        <pc:graphicFrameChg chg="mod modGraphic">
          <ac:chgData name="鄭羽涵" userId="4b87d878-404f-4b80-b315-35ec66ead1dc" providerId="ADAL" clId="{0214E352-714F-4527-B309-2997123BCDFE}" dt="2024-09-30T03:27:16.847" v="1" actId="1076"/>
          <ac:graphicFrameMkLst>
            <pc:docMk/>
            <pc:sldMk cId="686541918" sldId="2147471229"/>
            <ac:graphicFrameMk id="3" creationId="{39C413E0-57A1-7B93-0E43-BA8FFB2469D4}"/>
          </ac:graphicFrameMkLst>
        </pc:graphicFrameChg>
        <pc:picChg chg="mod">
          <ac:chgData name="鄭羽涵" userId="4b87d878-404f-4b80-b315-35ec66ead1dc" providerId="ADAL" clId="{0214E352-714F-4527-B309-2997123BCDFE}" dt="2024-09-30T03:36:46.413" v="4" actId="1076"/>
          <ac:picMkLst>
            <pc:docMk/>
            <pc:sldMk cId="686541918" sldId="2147471229"/>
            <ac:picMk id="5" creationId="{83E7A142-5048-0C71-2A36-66C564E9A18B}"/>
          </ac:picMkLst>
        </pc:picChg>
      </pc:sldChg>
      <pc:sldChg chg="modSp mod">
        <pc:chgData name="鄭羽涵" userId="4b87d878-404f-4b80-b315-35ec66ead1dc" providerId="ADAL" clId="{0214E352-714F-4527-B309-2997123BCDFE}" dt="2024-10-01T02:23:34.755" v="1363" actId="2711"/>
        <pc:sldMkLst>
          <pc:docMk/>
          <pc:sldMk cId="3303930966" sldId="2147471230"/>
        </pc:sldMkLst>
        <pc:spChg chg="mod">
          <ac:chgData name="鄭羽涵" userId="4b87d878-404f-4b80-b315-35ec66ead1dc" providerId="ADAL" clId="{0214E352-714F-4527-B309-2997123BCDFE}" dt="2024-10-01T02:23:34.755" v="1363" actId="2711"/>
          <ac:spMkLst>
            <pc:docMk/>
            <pc:sldMk cId="3303930966" sldId="2147471230"/>
            <ac:spMk id="2" creationId="{D56B0FD7-A434-CBCF-C3AB-234D1F7DA011}"/>
          </ac:spMkLst>
        </pc:spChg>
      </pc:sldChg>
      <pc:sldChg chg="modSp mod">
        <pc:chgData name="鄭羽涵" userId="4b87d878-404f-4b80-b315-35ec66ead1dc" providerId="ADAL" clId="{0214E352-714F-4527-B309-2997123BCDFE}" dt="2024-09-30T09:42:39.818" v="1292" actId="20577"/>
        <pc:sldMkLst>
          <pc:docMk/>
          <pc:sldMk cId="2506343258" sldId="2147471231"/>
        </pc:sldMkLst>
        <pc:spChg chg="mod">
          <ac:chgData name="鄭羽涵" userId="4b87d878-404f-4b80-b315-35ec66ead1dc" providerId="ADAL" clId="{0214E352-714F-4527-B309-2997123BCDFE}" dt="2024-09-30T09:42:39.818" v="1292" actId="20577"/>
          <ac:spMkLst>
            <pc:docMk/>
            <pc:sldMk cId="2506343258" sldId="2147471231"/>
            <ac:spMk id="3" creationId="{90AC6BC9-037C-7B3B-5AD7-A9795C164EF0}"/>
          </ac:spMkLst>
        </pc:spChg>
      </pc:sldChg>
      <pc:sldChg chg="addSp delSp modSp new mod ord">
        <pc:chgData name="鄭羽涵" userId="4b87d878-404f-4b80-b315-35ec66ead1dc" providerId="ADAL" clId="{0214E352-714F-4527-B309-2997123BCDFE}" dt="2024-09-30T07:27:15.805" v="573" actId="113"/>
        <pc:sldMkLst>
          <pc:docMk/>
          <pc:sldMk cId="494244496" sldId="2147471233"/>
        </pc:sldMkLst>
        <pc:spChg chg="mod">
          <ac:chgData name="鄭羽涵" userId="4b87d878-404f-4b80-b315-35ec66ead1dc" providerId="ADAL" clId="{0214E352-714F-4527-B309-2997123BCDFE}" dt="2024-09-30T07:27:15.805" v="573" actId="113"/>
          <ac:spMkLst>
            <pc:docMk/>
            <pc:sldMk cId="494244496" sldId="2147471233"/>
            <ac:spMk id="2" creationId="{53F0C37A-77A6-AFE5-2F25-3B0C8C2EBCFF}"/>
          </ac:spMkLst>
        </pc:spChg>
        <pc:spChg chg="mod">
          <ac:chgData name="鄭羽涵" userId="4b87d878-404f-4b80-b315-35ec66ead1dc" providerId="ADAL" clId="{0214E352-714F-4527-B309-2997123BCDFE}" dt="2024-09-30T07:24:25.694" v="542" actId="108"/>
          <ac:spMkLst>
            <pc:docMk/>
            <pc:sldMk cId="494244496" sldId="2147471233"/>
            <ac:spMk id="3" creationId="{5F47456B-F209-A0E5-A4C5-5B104BC7848F}"/>
          </ac:spMkLst>
        </pc:spChg>
        <pc:spChg chg="add mod">
          <ac:chgData name="鄭羽涵" userId="4b87d878-404f-4b80-b315-35ec66ead1dc" providerId="ADAL" clId="{0214E352-714F-4527-B309-2997123BCDFE}" dt="2024-09-30T07:21:59.648" v="498" actId="1076"/>
          <ac:spMkLst>
            <pc:docMk/>
            <pc:sldMk cId="494244496" sldId="2147471233"/>
            <ac:spMk id="8" creationId="{A7E93765-F984-90FA-690A-27F14CD4EAFC}"/>
          </ac:spMkLst>
        </pc:spChg>
        <pc:spChg chg="add del mod">
          <ac:chgData name="鄭羽涵" userId="4b87d878-404f-4b80-b315-35ec66ead1dc" providerId="ADAL" clId="{0214E352-714F-4527-B309-2997123BCDFE}" dt="2024-09-30T07:19:51.184" v="412" actId="478"/>
          <ac:spMkLst>
            <pc:docMk/>
            <pc:sldMk cId="494244496" sldId="2147471233"/>
            <ac:spMk id="14" creationId="{4BD70DC7-6C95-C91C-F45F-E1F21CB64F19}"/>
          </ac:spMkLst>
        </pc:spChg>
        <pc:spChg chg="add mod">
          <ac:chgData name="鄭羽涵" userId="4b87d878-404f-4b80-b315-35ec66ead1dc" providerId="ADAL" clId="{0214E352-714F-4527-B309-2997123BCDFE}" dt="2024-09-30T07:20:03.013" v="416" actId="1582"/>
          <ac:spMkLst>
            <pc:docMk/>
            <pc:sldMk cId="494244496" sldId="2147471233"/>
            <ac:spMk id="15" creationId="{806F29A0-B0AB-3DAD-128D-2D146DB32C34}"/>
          </ac:spMkLst>
        </pc:spChg>
        <pc:spChg chg="add mod">
          <ac:chgData name="鄭羽涵" userId="4b87d878-404f-4b80-b315-35ec66ead1dc" providerId="ADAL" clId="{0214E352-714F-4527-B309-2997123BCDFE}" dt="2024-09-30T07:21:14.851" v="494" actId="1076"/>
          <ac:spMkLst>
            <pc:docMk/>
            <pc:sldMk cId="494244496" sldId="2147471233"/>
            <ac:spMk id="16" creationId="{89CAC0B4-CB05-AAF9-1A9B-CB240DB4672A}"/>
          </ac:spMkLst>
        </pc:spChg>
        <pc:spChg chg="add mod">
          <ac:chgData name="鄭羽涵" userId="4b87d878-404f-4b80-b315-35ec66ead1dc" providerId="ADAL" clId="{0214E352-714F-4527-B309-2997123BCDFE}" dt="2024-09-30T07:25:50.347" v="570" actId="122"/>
          <ac:spMkLst>
            <pc:docMk/>
            <pc:sldMk cId="494244496" sldId="2147471233"/>
            <ac:spMk id="23" creationId="{8E640C62-94A0-6F96-B42B-C114A5EE57E6}"/>
          </ac:spMkLst>
        </pc:spChg>
        <pc:picChg chg="add mod modCrop">
          <ac:chgData name="鄭羽涵" userId="4b87d878-404f-4b80-b315-35ec66ead1dc" providerId="ADAL" clId="{0214E352-714F-4527-B309-2997123BCDFE}" dt="2024-09-30T07:21:59.648" v="498" actId="1076"/>
          <ac:picMkLst>
            <pc:docMk/>
            <pc:sldMk cId="494244496" sldId="2147471233"/>
            <ac:picMk id="5" creationId="{D7420DA3-CC46-3E14-54C1-44D54F1EBCCC}"/>
          </ac:picMkLst>
        </pc:picChg>
        <pc:picChg chg="add mod">
          <ac:chgData name="鄭羽涵" userId="4b87d878-404f-4b80-b315-35ec66ead1dc" providerId="ADAL" clId="{0214E352-714F-4527-B309-2997123BCDFE}" dt="2024-09-30T07:19:42.538" v="410" actId="1076"/>
          <ac:picMkLst>
            <pc:docMk/>
            <pc:sldMk cId="494244496" sldId="2147471233"/>
            <ac:picMk id="7" creationId="{3A792163-839E-CCE8-8D33-D8F1BE007733}"/>
          </ac:picMkLst>
        </pc:picChg>
        <pc:cxnChg chg="add del mod">
          <ac:chgData name="鄭羽涵" userId="4b87d878-404f-4b80-b315-35ec66ead1dc" providerId="ADAL" clId="{0214E352-714F-4527-B309-2997123BCDFE}" dt="2024-09-30T07:22:05.750" v="500" actId="478"/>
          <ac:cxnSpMkLst>
            <pc:docMk/>
            <pc:sldMk cId="494244496" sldId="2147471233"/>
            <ac:cxnSpMk id="10" creationId="{A415BD28-9D48-ED5B-63FD-20696F650D0F}"/>
          </ac:cxnSpMkLst>
        </pc:cxnChg>
        <pc:cxnChg chg="add mod">
          <ac:chgData name="鄭羽涵" userId="4b87d878-404f-4b80-b315-35ec66ead1dc" providerId="ADAL" clId="{0214E352-714F-4527-B309-2997123BCDFE}" dt="2024-09-30T07:22:30.045" v="504" actId="14100"/>
          <ac:cxnSpMkLst>
            <pc:docMk/>
            <pc:sldMk cId="494244496" sldId="2147471233"/>
            <ac:cxnSpMk id="20" creationId="{AEE53F43-F850-D8F2-CE1E-829CFA1B8906}"/>
          </ac:cxnSpMkLst>
        </pc:cxnChg>
      </pc:sldChg>
      <pc:sldChg chg="addSp delSp modSp add mod">
        <pc:chgData name="鄭羽涵" userId="4b87d878-404f-4b80-b315-35ec66ead1dc" providerId="ADAL" clId="{0214E352-714F-4527-B309-2997123BCDFE}" dt="2024-09-30T09:45:27.440" v="1345" actId="1076"/>
        <pc:sldMkLst>
          <pc:docMk/>
          <pc:sldMk cId="2569989838" sldId="2147471234"/>
        </pc:sldMkLst>
        <pc:spChg chg="mod">
          <ac:chgData name="鄭羽涵" userId="4b87d878-404f-4b80-b315-35ec66ead1dc" providerId="ADAL" clId="{0214E352-714F-4527-B309-2997123BCDFE}" dt="2024-09-30T09:07:12.911" v="809" actId="14100"/>
          <ac:spMkLst>
            <pc:docMk/>
            <pc:sldMk cId="2569989838" sldId="2147471234"/>
            <ac:spMk id="6" creationId="{2AAB6184-D93D-657F-A8D9-4AF9370A2BCC}"/>
          </ac:spMkLst>
        </pc:spChg>
        <pc:spChg chg="add mod">
          <ac:chgData name="鄭羽涵" userId="4b87d878-404f-4b80-b315-35ec66ead1dc" providerId="ADAL" clId="{0214E352-714F-4527-B309-2997123BCDFE}" dt="2024-09-30T09:08:04.630" v="819" actId="1076"/>
          <ac:spMkLst>
            <pc:docMk/>
            <pc:sldMk cId="2569989838" sldId="2147471234"/>
            <ac:spMk id="7" creationId="{17EDA102-C82F-8CC8-021C-A4D80713160C}"/>
          </ac:spMkLst>
        </pc:spChg>
        <pc:spChg chg="add del mod">
          <ac:chgData name="鄭羽涵" userId="4b87d878-404f-4b80-b315-35ec66ead1dc" providerId="ADAL" clId="{0214E352-714F-4527-B309-2997123BCDFE}" dt="2024-09-30T09:10:59.736" v="932" actId="478"/>
          <ac:spMkLst>
            <pc:docMk/>
            <pc:sldMk cId="2569989838" sldId="2147471234"/>
            <ac:spMk id="8" creationId="{F6BCE1EA-45FB-1C39-225B-87CA4F54B844}"/>
          </ac:spMkLst>
        </pc:spChg>
        <pc:spChg chg="add mod">
          <ac:chgData name="鄭羽涵" userId="4b87d878-404f-4b80-b315-35ec66ead1dc" providerId="ADAL" clId="{0214E352-714F-4527-B309-2997123BCDFE}" dt="2024-09-30T09:45:27.440" v="1345" actId="1076"/>
          <ac:spMkLst>
            <pc:docMk/>
            <pc:sldMk cId="2569989838" sldId="2147471234"/>
            <ac:spMk id="9" creationId="{07374EFE-93B5-78AD-EBE3-EC7C342D4BBD}"/>
          </ac:spMkLst>
        </pc:spChg>
        <pc:graphicFrameChg chg="mod modGraphic">
          <ac:chgData name="鄭羽涵" userId="4b87d878-404f-4b80-b315-35ec66ead1dc" providerId="ADAL" clId="{0214E352-714F-4527-B309-2997123BCDFE}" dt="2024-09-30T09:07:41.898" v="817" actId="207"/>
          <ac:graphicFrameMkLst>
            <pc:docMk/>
            <pc:sldMk cId="2569989838" sldId="2147471234"/>
            <ac:graphicFrameMk id="3" creationId="{39C413E0-57A1-7B93-0E43-BA8FFB2469D4}"/>
          </ac:graphicFrameMkLst>
        </pc:graphicFrameChg>
        <pc:graphicFrameChg chg="add mod modGraphic">
          <ac:chgData name="鄭羽涵" userId="4b87d878-404f-4b80-b315-35ec66ead1dc" providerId="ADAL" clId="{0214E352-714F-4527-B309-2997123BCDFE}" dt="2024-09-30T09:41:17.775" v="1289" actId="207"/>
          <ac:graphicFrameMkLst>
            <pc:docMk/>
            <pc:sldMk cId="2569989838" sldId="2147471234"/>
            <ac:graphicFrameMk id="4" creationId="{74966DA9-08CB-58E9-9954-9652B3771D09}"/>
          </ac:graphicFrameMkLst>
        </pc:graphicFrameChg>
        <pc:picChg chg="mod">
          <ac:chgData name="鄭羽涵" userId="4b87d878-404f-4b80-b315-35ec66ead1dc" providerId="ADAL" clId="{0214E352-714F-4527-B309-2997123BCDFE}" dt="2024-09-30T09:08:54.698" v="845" actId="1076"/>
          <ac:picMkLst>
            <pc:docMk/>
            <pc:sldMk cId="2569989838" sldId="2147471234"/>
            <ac:picMk id="5" creationId="{83E7A142-5048-0C71-2A36-66C564E9A18B}"/>
          </ac:picMkLst>
        </pc:picChg>
      </pc:sldChg>
    </pc:docChg>
  </pc:docChgLst>
  <pc:docChgLst>
    <pc:chgData name="呂仲理" userId="c25a8a26-d4fb-44ef-9354-66fd919dfd11" providerId="ADAL" clId="{64E424B9-9E23-4046-8571-1980573F3386}"/>
    <pc:docChg chg="undo custSel addSld modSld sldOrd">
      <pc:chgData name="呂仲理" userId="c25a8a26-d4fb-44ef-9354-66fd919dfd11" providerId="ADAL" clId="{64E424B9-9E23-4046-8571-1980573F3386}" dt="2024-09-30T07:19:25.724" v="939" actId="20577"/>
      <pc:docMkLst>
        <pc:docMk/>
      </pc:docMkLst>
      <pc:sldChg chg="addSp modSp mod">
        <pc:chgData name="呂仲理" userId="c25a8a26-d4fb-44ef-9354-66fd919dfd11" providerId="ADAL" clId="{64E424B9-9E23-4046-8571-1980573F3386}" dt="2024-09-30T05:32:08.191" v="145" actId="20577"/>
        <pc:sldMkLst>
          <pc:docMk/>
          <pc:sldMk cId="1437557896" sldId="256"/>
        </pc:sldMkLst>
        <pc:spChg chg="mod">
          <ac:chgData name="呂仲理" userId="c25a8a26-d4fb-44ef-9354-66fd919dfd11" providerId="ADAL" clId="{64E424B9-9E23-4046-8571-1980573F3386}" dt="2024-09-30T05:32:08.191" v="145" actId="20577"/>
          <ac:spMkLst>
            <pc:docMk/>
            <pc:sldMk cId="1437557896" sldId="256"/>
            <ac:spMk id="2" creationId="{CCD6DE22-F351-A7F6-F796-86D24CAA04F7}"/>
          </ac:spMkLst>
        </pc:spChg>
        <pc:spChg chg="mod">
          <ac:chgData name="呂仲理" userId="c25a8a26-d4fb-44ef-9354-66fd919dfd11" providerId="ADAL" clId="{64E424B9-9E23-4046-8571-1980573F3386}" dt="2024-09-30T05:26:59.631" v="73" actId="20577"/>
          <ac:spMkLst>
            <pc:docMk/>
            <pc:sldMk cId="1437557896" sldId="256"/>
            <ac:spMk id="3" creationId="{293D6795-D2E8-EAA7-664C-AA71272A9C6C}"/>
          </ac:spMkLst>
        </pc:spChg>
        <pc:spChg chg="add mod">
          <ac:chgData name="呂仲理" userId="c25a8a26-d4fb-44ef-9354-66fd919dfd11" providerId="ADAL" clId="{64E424B9-9E23-4046-8571-1980573F3386}" dt="2024-09-30T05:31:45.244" v="135" actId="1076"/>
          <ac:spMkLst>
            <pc:docMk/>
            <pc:sldMk cId="1437557896" sldId="256"/>
            <ac:spMk id="5" creationId="{046834B2-F6A5-EB79-F156-66A014C6C39F}"/>
          </ac:spMkLst>
        </pc:spChg>
      </pc:sldChg>
      <pc:sldChg chg="modSp mod">
        <pc:chgData name="呂仲理" userId="c25a8a26-d4fb-44ef-9354-66fd919dfd11" providerId="ADAL" clId="{64E424B9-9E23-4046-8571-1980573F3386}" dt="2024-09-30T06:54:11.667" v="831" actId="14100"/>
        <pc:sldMkLst>
          <pc:docMk/>
          <pc:sldMk cId="1356481016" sldId="260"/>
        </pc:sldMkLst>
        <pc:spChg chg="mod">
          <ac:chgData name="呂仲理" userId="c25a8a26-d4fb-44ef-9354-66fd919dfd11" providerId="ADAL" clId="{64E424B9-9E23-4046-8571-1980573F3386}" dt="2024-09-30T06:54:11.667" v="831" actId="14100"/>
          <ac:spMkLst>
            <pc:docMk/>
            <pc:sldMk cId="1356481016" sldId="260"/>
            <ac:spMk id="5" creationId="{81A163AE-9BA0-D81A-3539-686AD61C822C}"/>
          </ac:spMkLst>
        </pc:spChg>
      </pc:sldChg>
      <pc:sldChg chg="modSp mod">
        <pc:chgData name="呂仲理" userId="c25a8a26-d4fb-44ef-9354-66fd919dfd11" providerId="ADAL" clId="{64E424B9-9E23-4046-8571-1980573F3386}" dt="2024-09-30T06:57:34.814" v="871" actId="20577"/>
        <pc:sldMkLst>
          <pc:docMk/>
          <pc:sldMk cId="1558538950" sldId="2147471218"/>
        </pc:sldMkLst>
        <pc:spChg chg="mod">
          <ac:chgData name="呂仲理" userId="c25a8a26-d4fb-44ef-9354-66fd919dfd11" providerId="ADAL" clId="{64E424B9-9E23-4046-8571-1980573F3386}" dt="2024-09-30T06:57:34.814" v="871" actId="20577"/>
          <ac:spMkLst>
            <pc:docMk/>
            <pc:sldMk cId="1558538950" sldId="2147471218"/>
            <ac:spMk id="3" creationId="{0772AEDC-9B8C-4BB1-EC37-C6D19833A9E5}"/>
          </ac:spMkLst>
        </pc:spChg>
      </pc:sldChg>
      <pc:sldChg chg="addSp modSp mod">
        <pc:chgData name="呂仲理" userId="c25a8a26-d4fb-44ef-9354-66fd919dfd11" providerId="ADAL" clId="{64E424B9-9E23-4046-8571-1980573F3386}" dt="2024-09-30T06:06:14.747" v="652" actId="1076"/>
        <pc:sldMkLst>
          <pc:docMk/>
          <pc:sldMk cId="33948471" sldId="2147471220"/>
        </pc:sldMkLst>
        <pc:spChg chg="add mod">
          <ac:chgData name="呂仲理" userId="c25a8a26-d4fb-44ef-9354-66fd919dfd11" providerId="ADAL" clId="{64E424B9-9E23-4046-8571-1980573F3386}" dt="2024-09-30T06:05:58.086" v="647" actId="1582"/>
          <ac:spMkLst>
            <pc:docMk/>
            <pc:sldMk cId="33948471" sldId="2147471220"/>
            <ac:spMk id="2" creationId="{407EDF01-74E3-0335-CAA2-58FB8CA716C3}"/>
          </ac:spMkLst>
        </pc:spChg>
        <pc:spChg chg="add mod">
          <ac:chgData name="呂仲理" userId="c25a8a26-d4fb-44ef-9354-66fd919dfd11" providerId="ADAL" clId="{64E424B9-9E23-4046-8571-1980573F3386}" dt="2024-09-30T06:06:08.595" v="650" actId="14100"/>
          <ac:spMkLst>
            <pc:docMk/>
            <pc:sldMk cId="33948471" sldId="2147471220"/>
            <ac:spMk id="3" creationId="{DB15D3B2-F18C-FACC-4AE1-1E1E6AB4FF54}"/>
          </ac:spMkLst>
        </pc:spChg>
        <pc:spChg chg="mod">
          <ac:chgData name="呂仲理" userId="c25a8a26-d4fb-44ef-9354-66fd919dfd11" providerId="ADAL" clId="{64E424B9-9E23-4046-8571-1980573F3386}" dt="2024-09-30T06:06:14.747" v="652" actId="1076"/>
          <ac:spMkLst>
            <pc:docMk/>
            <pc:sldMk cId="33948471" sldId="2147471220"/>
            <ac:spMk id="8" creationId="{D787A139-5816-7E2F-F36E-201C9D2C85CD}"/>
          </ac:spMkLst>
        </pc:spChg>
        <pc:spChg chg="mod">
          <ac:chgData name="呂仲理" userId="c25a8a26-d4fb-44ef-9354-66fd919dfd11" providerId="ADAL" clId="{64E424B9-9E23-4046-8571-1980573F3386}" dt="2024-09-30T06:06:12.115" v="651" actId="1076"/>
          <ac:spMkLst>
            <pc:docMk/>
            <pc:sldMk cId="33948471" sldId="2147471220"/>
            <ac:spMk id="9" creationId="{0AC4E1C2-D4AA-E0D1-C7D5-B421CE275068}"/>
          </ac:spMkLst>
        </pc:spChg>
        <pc:spChg chg="mod">
          <ac:chgData name="呂仲理" userId="c25a8a26-d4fb-44ef-9354-66fd919dfd11" providerId="ADAL" clId="{64E424B9-9E23-4046-8571-1980573F3386}" dt="2024-09-30T05:57:24.334" v="607" actId="20577"/>
          <ac:spMkLst>
            <pc:docMk/>
            <pc:sldMk cId="33948471" sldId="2147471220"/>
            <ac:spMk id="11" creationId="{D5D6E36A-F9D1-3FFB-B243-27BDA895F26D}"/>
          </ac:spMkLst>
        </pc:spChg>
        <pc:graphicFrameChg chg="mod modGraphic">
          <ac:chgData name="呂仲理" userId="c25a8a26-d4fb-44ef-9354-66fd919dfd11" providerId="ADAL" clId="{64E424B9-9E23-4046-8571-1980573F3386}" dt="2024-09-30T06:05:29.188" v="642" actId="1076"/>
          <ac:graphicFrameMkLst>
            <pc:docMk/>
            <pc:sldMk cId="33948471" sldId="2147471220"/>
            <ac:graphicFrameMk id="4" creationId="{AC27A068-56E4-4355-45C0-F40CBB1A3B0A}"/>
          </ac:graphicFrameMkLst>
        </pc:graphicFrameChg>
        <pc:graphicFrameChg chg="modGraphic">
          <ac:chgData name="呂仲理" userId="c25a8a26-d4fb-44ef-9354-66fd919dfd11" providerId="ADAL" clId="{64E424B9-9E23-4046-8571-1980573F3386}" dt="2024-09-30T06:05:22.729" v="641" actId="404"/>
          <ac:graphicFrameMkLst>
            <pc:docMk/>
            <pc:sldMk cId="33948471" sldId="2147471220"/>
            <ac:graphicFrameMk id="5" creationId="{EAC963C8-B4BD-968E-2A9F-74582988D65E}"/>
          </ac:graphicFrameMkLst>
        </pc:graphicFrameChg>
      </pc:sldChg>
      <pc:sldChg chg="modSp mod">
        <pc:chgData name="呂仲理" userId="c25a8a26-d4fb-44ef-9354-66fd919dfd11" providerId="ADAL" clId="{64E424B9-9E23-4046-8571-1980573F3386}" dt="2024-09-30T05:52:10.203" v="460" actId="20577"/>
        <pc:sldMkLst>
          <pc:docMk/>
          <pc:sldMk cId="1022875413" sldId="2147471221"/>
        </pc:sldMkLst>
        <pc:spChg chg="mod">
          <ac:chgData name="呂仲理" userId="c25a8a26-d4fb-44ef-9354-66fd919dfd11" providerId="ADAL" clId="{64E424B9-9E23-4046-8571-1980573F3386}" dt="2024-09-30T05:52:10.203" v="460" actId="20577"/>
          <ac:spMkLst>
            <pc:docMk/>
            <pc:sldMk cId="1022875413" sldId="2147471221"/>
            <ac:spMk id="2" creationId="{1B64BD4A-BFFE-DABC-733D-FF6D4DE74024}"/>
          </ac:spMkLst>
        </pc:spChg>
      </pc:sldChg>
      <pc:sldChg chg="modSp mod">
        <pc:chgData name="呂仲理" userId="c25a8a26-d4fb-44ef-9354-66fd919dfd11" providerId="ADAL" clId="{64E424B9-9E23-4046-8571-1980573F3386}" dt="2024-09-30T06:25:37.148" v="824" actId="20577"/>
        <pc:sldMkLst>
          <pc:docMk/>
          <pc:sldMk cId="3978807778" sldId="2147471222"/>
        </pc:sldMkLst>
        <pc:spChg chg="mod">
          <ac:chgData name="呂仲理" userId="c25a8a26-d4fb-44ef-9354-66fd919dfd11" providerId="ADAL" clId="{64E424B9-9E23-4046-8571-1980573F3386}" dt="2024-09-30T06:25:37.148" v="824" actId="20577"/>
          <ac:spMkLst>
            <pc:docMk/>
            <pc:sldMk cId="3978807778" sldId="2147471222"/>
            <ac:spMk id="2" creationId="{38C94D4F-8F3F-FD46-E216-B2D1E75DF06C}"/>
          </ac:spMkLst>
        </pc:spChg>
      </pc:sldChg>
      <pc:sldChg chg="modSp mod">
        <pc:chgData name="呂仲理" userId="c25a8a26-d4fb-44ef-9354-66fd919dfd11" providerId="ADAL" clId="{64E424B9-9E23-4046-8571-1980573F3386}" dt="2024-09-30T05:54:56.580" v="506" actId="6549"/>
        <pc:sldMkLst>
          <pc:docMk/>
          <pc:sldMk cId="3047318844" sldId="2147471223"/>
        </pc:sldMkLst>
        <pc:spChg chg="mod">
          <ac:chgData name="呂仲理" userId="c25a8a26-d4fb-44ef-9354-66fd919dfd11" providerId="ADAL" clId="{64E424B9-9E23-4046-8571-1980573F3386}" dt="2024-09-30T05:54:56.580" v="506" actId="6549"/>
          <ac:spMkLst>
            <pc:docMk/>
            <pc:sldMk cId="3047318844" sldId="2147471223"/>
            <ac:spMk id="14" creationId="{EA4FC6AA-6B42-D660-DD5B-6F1AEF337E20}"/>
          </ac:spMkLst>
        </pc:spChg>
      </pc:sldChg>
      <pc:sldChg chg="modSp mod">
        <pc:chgData name="呂仲理" userId="c25a8a26-d4fb-44ef-9354-66fd919dfd11" providerId="ADAL" clId="{64E424B9-9E23-4046-8571-1980573F3386}" dt="2024-09-30T05:52:46.261" v="471" actId="20577"/>
        <pc:sldMkLst>
          <pc:docMk/>
          <pc:sldMk cId="2768909648" sldId="2147471225"/>
        </pc:sldMkLst>
        <pc:spChg chg="mod">
          <ac:chgData name="呂仲理" userId="c25a8a26-d4fb-44ef-9354-66fd919dfd11" providerId="ADAL" clId="{64E424B9-9E23-4046-8571-1980573F3386}" dt="2024-09-30T05:52:46.261" v="471" actId="20577"/>
          <ac:spMkLst>
            <pc:docMk/>
            <pc:sldMk cId="2768909648" sldId="2147471225"/>
            <ac:spMk id="11" creationId="{9A6300D0-91C7-2BD0-0556-CD96700024EA}"/>
          </ac:spMkLst>
        </pc:spChg>
      </pc:sldChg>
      <pc:sldChg chg="modSp mod">
        <pc:chgData name="呂仲理" userId="c25a8a26-d4fb-44ef-9354-66fd919dfd11" providerId="ADAL" clId="{64E424B9-9E23-4046-8571-1980573F3386}" dt="2024-09-30T05:53:11.975" v="481" actId="20577"/>
        <pc:sldMkLst>
          <pc:docMk/>
          <pc:sldMk cId="2766546189" sldId="2147471226"/>
        </pc:sldMkLst>
        <pc:spChg chg="mod">
          <ac:chgData name="呂仲理" userId="c25a8a26-d4fb-44ef-9354-66fd919dfd11" providerId="ADAL" clId="{64E424B9-9E23-4046-8571-1980573F3386}" dt="2024-09-30T05:53:11.975" v="481" actId="20577"/>
          <ac:spMkLst>
            <pc:docMk/>
            <pc:sldMk cId="2766546189" sldId="2147471226"/>
            <ac:spMk id="2" creationId="{3062938A-804F-2B23-83D8-5A72BF51E761}"/>
          </ac:spMkLst>
        </pc:spChg>
      </pc:sldChg>
      <pc:sldChg chg="ord">
        <pc:chgData name="呂仲理" userId="c25a8a26-d4fb-44ef-9354-66fd919dfd11" providerId="ADAL" clId="{64E424B9-9E23-4046-8571-1980573F3386}" dt="2024-09-30T06:41:07.028" v="828"/>
        <pc:sldMkLst>
          <pc:docMk/>
          <pc:sldMk cId="2506343258" sldId="2147471231"/>
        </pc:sldMkLst>
      </pc:sldChg>
      <pc:sldChg chg="addSp delSp modSp new mod">
        <pc:chgData name="呂仲理" userId="c25a8a26-d4fb-44ef-9354-66fd919dfd11" providerId="ADAL" clId="{64E424B9-9E23-4046-8571-1980573F3386}" dt="2024-09-30T07:19:25.724" v="939" actId="20577"/>
        <pc:sldMkLst>
          <pc:docMk/>
          <pc:sldMk cId="1844525792" sldId="2147471232"/>
        </pc:sldMkLst>
        <pc:spChg chg="mod">
          <ac:chgData name="呂仲理" userId="c25a8a26-d4fb-44ef-9354-66fd919dfd11" providerId="ADAL" clId="{64E424B9-9E23-4046-8571-1980573F3386}" dt="2024-09-30T06:24:09.944" v="814" actId="108"/>
          <ac:spMkLst>
            <pc:docMk/>
            <pc:sldMk cId="1844525792" sldId="2147471232"/>
            <ac:spMk id="2" creationId="{856A10F6-0005-F27E-C2DA-CC33796C1A82}"/>
          </ac:spMkLst>
        </pc:spChg>
        <pc:spChg chg="del">
          <ac:chgData name="呂仲理" userId="c25a8a26-d4fb-44ef-9354-66fd919dfd11" providerId="ADAL" clId="{64E424B9-9E23-4046-8571-1980573F3386}" dt="2024-09-30T05:32:37.189" v="147" actId="478"/>
          <ac:spMkLst>
            <pc:docMk/>
            <pc:sldMk cId="1844525792" sldId="2147471232"/>
            <ac:spMk id="3" creationId="{D2F67FB0-7CB7-0EC4-AF4A-9038A8E55B7C}"/>
          </ac:spMkLst>
        </pc:spChg>
        <pc:spChg chg="add mod">
          <ac:chgData name="呂仲理" userId="c25a8a26-d4fb-44ef-9354-66fd919dfd11" providerId="ADAL" clId="{64E424B9-9E23-4046-8571-1980573F3386}" dt="2024-09-30T06:24:17.554" v="815" actId="1076"/>
          <ac:spMkLst>
            <pc:docMk/>
            <pc:sldMk cId="1844525792" sldId="2147471232"/>
            <ac:spMk id="4" creationId="{B2AA4D08-8B2E-155C-B4A7-11FAF478C711}"/>
          </ac:spMkLst>
        </pc:spChg>
        <pc:spChg chg="add mod">
          <ac:chgData name="呂仲理" userId="c25a8a26-d4fb-44ef-9354-66fd919dfd11" providerId="ADAL" clId="{64E424B9-9E23-4046-8571-1980573F3386}" dt="2024-09-30T06:24:17.554" v="815" actId="1076"/>
          <ac:spMkLst>
            <pc:docMk/>
            <pc:sldMk cId="1844525792" sldId="2147471232"/>
            <ac:spMk id="5" creationId="{D2B73043-ABEB-2740-DA06-7601E723775F}"/>
          </ac:spMkLst>
        </pc:spChg>
        <pc:spChg chg="add mod">
          <ac:chgData name="呂仲理" userId="c25a8a26-d4fb-44ef-9354-66fd919dfd11" providerId="ADAL" clId="{64E424B9-9E23-4046-8571-1980573F3386}" dt="2024-09-30T06:24:17.554" v="815" actId="1076"/>
          <ac:spMkLst>
            <pc:docMk/>
            <pc:sldMk cId="1844525792" sldId="2147471232"/>
            <ac:spMk id="6" creationId="{6731A4DE-1A20-D8E8-5F4C-4F72670815A7}"/>
          </ac:spMkLst>
        </pc:spChg>
        <pc:spChg chg="add mod">
          <ac:chgData name="呂仲理" userId="c25a8a26-d4fb-44ef-9354-66fd919dfd11" providerId="ADAL" clId="{64E424B9-9E23-4046-8571-1980573F3386}" dt="2024-09-30T07:19:25.724" v="939" actId="20577"/>
          <ac:spMkLst>
            <pc:docMk/>
            <pc:sldMk cId="1844525792" sldId="2147471232"/>
            <ac:spMk id="7" creationId="{9CFC253F-71D6-2E76-3F62-DE08C73E4B94}"/>
          </ac:spMkLst>
        </pc:spChg>
        <pc:spChg chg="add mod ord">
          <ac:chgData name="呂仲理" userId="c25a8a26-d4fb-44ef-9354-66fd919dfd11" providerId="ADAL" clId="{64E424B9-9E23-4046-8571-1980573F3386}" dt="2024-09-30T06:24:17.554" v="815" actId="1076"/>
          <ac:spMkLst>
            <pc:docMk/>
            <pc:sldMk cId="1844525792" sldId="2147471232"/>
            <ac:spMk id="22" creationId="{D1AD1BDA-63EC-1DB1-AE00-0C271E99DC40}"/>
          </ac:spMkLst>
        </pc:spChg>
        <pc:spChg chg="add mod ord">
          <ac:chgData name="呂仲理" userId="c25a8a26-d4fb-44ef-9354-66fd919dfd11" providerId="ADAL" clId="{64E424B9-9E23-4046-8571-1980573F3386}" dt="2024-09-30T06:24:17.554" v="815" actId="1076"/>
          <ac:spMkLst>
            <pc:docMk/>
            <pc:sldMk cId="1844525792" sldId="2147471232"/>
            <ac:spMk id="23" creationId="{E1BAF367-CF21-C181-E1E1-D6CDEEDA268E}"/>
          </ac:spMkLst>
        </pc:spChg>
        <pc:spChg chg="add mod ord">
          <ac:chgData name="呂仲理" userId="c25a8a26-d4fb-44ef-9354-66fd919dfd11" providerId="ADAL" clId="{64E424B9-9E23-4046-8571-1980573F3386}" dt="2024-09-30T06:24:17.554" v="815" actId="1076"/>
          <ac:spMkLst>
            <pc:docMk/>
            <pc:sldMk cId="1844525792" sldId="2147471232"/>
            <ac:spMk id="24" creationId="{D7607A8E-F810-B008-88CD-192BACA73506}"/>
          </ac:spMkLst>
        </pc:spChg>
        <pc:cxnChg chg="add mod">
          <ac:chgData name="呂仲理" userId="c25a8a26-d4fb-44ef-9354-66fd919dfd11" providerId="ADAL" clId="{64E424B9-9E23-4046-8571-1980573F3386}" dt="2024-09-30T06:24:17.554" v="815" actId="1076"/>
          <ac:cxnSpMkLst>
            <pc:docMk/>
            <pc:sldMk cId="1844525792" sldId="2147471232"/>
            <ac:cxnSpMk id="9" creationId="{9B721166-9780-6CA8-CB37-957A064B5560}"/>
          </ac:cxnSpMkLst>
        </pc:cxnChg>
        <pc:cxnChg chg="add del mod">
          <ac:chgData name="呂仲理" userId="c25a8a26-d4fb-44ef-9354-66fd919dfd11" providerId="ADAL" clId="{64E424B9-9E23-4046-8571-1980573F3386}" dt="2024-09-30T06:17:31.402" v="678" actId="478"/>
          <ac:cxnSpMkLst>
            <pc:docMk/>
            <pc:sldMk cId="1844525792" sldId="2147471232"/>
            <ac:cxnSpMk id="10" creationId="{5AD24800-5F13-46A5-BE3B-2DB1D0005E11}"/>
          </ac:cxnSpMkLst>
        </pc:cxnChg>
        <pc:cxnChg chg="add mod">
          <ac:chgData name="呂仲理" userId="c25a8a26-d4fb-44ef-9354-66fd919dfd11" providerId="ADAL" clId="{64E424B9-9E23-4046-8571-1980573F3386}" dt="2024-09-30T06:58:55.552" v="908" actId="14100"/>
          <ac:cxnSpMkLst>
            <pc:docMk/>
            <pc:sldMk cId="1844525792" sldId="2147471232"/>
            <ac:cxnSpMk id="13" creationId="{13F95FF0-D6AA-1026-59C4-4351A4182C1A}"/>
          </ac:cxnSpMkLst>
        </pc:cxnChg>
      </pc:sldChg>
    </pc:docChg>
  </pc:docChgLst>
  <pc:docChgLst>
    <pc:chgData name="鄭羽涵" userId="4b87d878-404f-4b80-b315-35ec66ead1dc" providerId="ADAL" clId="{74DBCC3E-F489-4DD1-8A4F-75938E553695}"/>
    <pc:docChg chg="undo custSel addSld delSld modSld sldOrd modMainMaster">
      <pc:chgData name="鄭羽涵" userId="4b87d878-404f-4b80-b315-35ec66ead1dc" providerId="ADAL" clId="{74DBCC3E-F489-4DD1-8A4F-75938E553695}" dt="2024-09-30T03:20:20.560" v="3805" actId="20577"/>
      <pc:docMkLst>
        <pc:docMk/>
      </pc:docMkLst>
      <pc:sldChg chg="modSp mod setBg">
        <pc:chgData name="鄭羽涵" userId="4b87d878-404f-4b80-b315-35ec66ead1dc" providerId="ADAL" clId="{74DBCC3E-F489-4DD1-8A4F-75938E553695}" dt="2024-09-30T02:39:04.755" v="3595"/>
        <pc:sldMkLst>
          <pc:docMk/>
          <pc:sldMk cId="1437557896" sldId="256"/>
        </pc:sldMkLst>
        <pc:spChg chg="mod">
          <ac:chgData name="鄭羽涵" userId="4b87d878-404f-4b80-b315-35ec66ead1dc" providerId="ADAL" clId="{74DBCC3E-F489-4DD1-8A4F-75938E553695}" dt="2024-09-30T02:37:55.325" v="3582" actId="14100"/>
          <ac:spMkLst>
            <pc:docMk/>
            <pc:sldMk cId="1437557896" sldId="256"/>
            <ac:spMk id="2" creationId="{CCD6DE22-F351-A7F6-F796-86D24CAA04F7}"/>
          </ac:spMkLst>
        </pc:spChg>
        <pc:spChg chg="mod">
          <ac:chgData name="鄭羽涵" userId="4b87d878-404f-4b80-b315-35ec66ead1dc" providerId="ADAL" clId="{74DBCC3E-F489-4DD1-8A4F-75938E553695}" dt="2024-09-30T02:38:06.541" v="3586" actId="255"/>
          <ac:spMkLst>
            <pc:docMk/>
            <pc:sldMk cId="1437557896" sldId="256"/>
            <ac:spMk id="3" creationId="{293D6795-D2E8-EAA7-664C-AA71272A9C6C}"/>
          </ac:spMkLst>
        </pc:spChg>
      </pc:sldChg>
      <pc:sldChg chg="del">
        <pc:chgData name="鄭羽涵" userId="4b87d878-404f-4b80-b315-35ec66ead1dc" providerId="ADAL" clId="{74DBCC3E-F489-4DD1-8A4F-75938E553695}" dt="2024-09-25T09:50:07.221" v="2074" actId="2696"/>
        <pc:sldMkLst>
          <pc:docMk/>
          <pc:sldMk cId="1986578789" sldId="257"/>
        </pc:sldMkLst>
      </pc:sldChg>
      <pc:sldChg chg="modSp del mod">
        <pc:chgData name="鄭羽涵" userId="4b87d878-404f-4b80-b315-35ec66ead1dc" providerId="ADAL" clId="{74DBCC3E-F489-4DD1-8A4F-75938E553695}" dt="2024-09-25T09:50:01.952" v="2073" actId="2696"/>
        <pc:sldMkLst>
          <pc:docMk/>
          <pc:sldMk cId="1145521750" sldId="258"/>
        </pc:sldMkLst>
        <pc:spChg chg="mod">
          <ac:chgData name="鄭羽涵" userId="4b87d878-404f-4b80-b315-35ec66ead1dc" providerId="ADAL" clId="{74DBCC3E-F489-4DD1-8A4F-75938E553695}" dt="2024-09-23T10:40:09.730" v="399" actId="404"/>
          <ac:spMkLst>
            <pc:docMk/>
            <pc:sldMk cId="1145521750" sldId="258"/>
            <ac:spMk id="2" creationId="{E0E312A7-E114-DF00-7B44-5B8960196A04}"/>
          </ac:spMkLst>
        </pc:spChg>
        <pc:spChg chg="mod">
          <ac:chgData name="鄭羽涵" userId="4b87d878-404f-4b80-b315-35ec66ead1dc" providerId="ADAL" clId="{74DBCC3E-F489-4DD1-8A4F-75938E553695}" dt="2024-09-23T10:36:59.840" v="397" actId="20577"/>
          <ac:spMkLst>
            <pc:docMk/>
            <pc:sldMk cId="1145521750" sldId="258"/>
            <ac:spMk id="3" creationId="{1144DF62-3D68-7A93-0584-1B866E003377}"/>
          </ac:spMkLst>
        </pc:spChg>
      </pc:sldChg>
      <pc:sldChg chg="del ord">
        <pc:chgData name="鄭羽涵" userId="4b87d878-404f-4b80-b315-35ec66ead1dc" providerId="ADAL" clId="{74DBCC3E-F489-4DD1-8A4F-75938E553695}" dt="2024-09-25T09:52:42.203" v="2133" actId="2696"/>
        <pc:sldMkLst>
          <pc:docMk/>
          <pc:sldMk cId="2948646309" sldId="259"/>
        </pc:sldMkLst>
      </pc:sldChg>
      <pc:sldChg chg="addSp modSp mod">
        <pc:chgData name="鄭羽涵" userId="4b87d878-404f-4b80-b315-35ec66ead1dc" providerId="ADAL" clId="{74DBCC3E-F489-4DD1-8A4F-75938E553695}" dt="2024-09-27T12:21:12.942" v="3181" actId="113"/>
        <pc:sldMkLst>
          <pc:docMk/>
          <pc:sldMk cId="1356481016" sldId="260"/>
        </pc:sldMkLst>
        <pc:spChg chg="mod">
          <ac:chgData name="鄭羽涵" userId="4b87d878-404f-4b80-b315-35ec66ead1dc" providerId="ADAL" clId="{74DBCC3E-F489-4DD1-8A4F-75938E553695}" dt="2024-09-24T03:10:27.524" v="422" actId="20577"/>
          <ac:spMkLst>
            <pc:docMk/>
            <pc:sldMk cId="1356481016" sldId="260"/>
            <ac:spMk id="2" creationId="{0AF17432-71A0-E7D3-701B-3C0543FB6771}"/>
          </ac:spMkLst>
        </pc:spChg>
        <pc:spChg chg="mod">
          <ac:chgData name="鄭羽涵" userId="4b87d878-404f-4b80-b315-35ec66ead1dc" providerId="ADAL" clId="{74DBCC3E-F489-4DD1-8A4F-75938E553695}" dt="2024-09-25T09:42:47.752" v="1971" actId="20577"/>
          <ac:spMkLst>
            <pc:docMk/>
            <pc:sldMk cId="1356481016" sldId="260"/>
            <ac:spMk id="3" creationId="{CC46F41A-D717-3167-1947-F31DA48C5EBA}"/>
          </ac:spMkLst>
        </pc:spChg>
        <pc:spChg chg="add mod">
          <ac:chgData name="鄭羽涵" userId="4b87d878-404f-4b80-b315-35ec66ead1dc" providerId="ADAL" clId="{74DBCC3E-F489-4DD1-8A4F-75938E553695}" dt="2024-09-27T12:21:12.942" v="3181" actId="113"/>
          <ac:spMkLst>
            <pc:docMk/>
            <pc:sldMk cId="1356481016" sldId="260"/>
            <ac:spMk id="5" creationId="{81A163AE-9BA0-D81A-3539-686AD61C822C}"/>
          </ac:spMkLst>
        </pc:spChg>
        <pc:picChg chg="add mod">
          <ac:chgData name="鄭羽涵" userId="4b87d878-404f-4b80-b315-35ec66ead1dc" providerId="ADAL" clId="{74DBCC3E-F489-4DD1-8A4F-75938E553695}" dt="2024-09-25T09:35:31.327" v="1926" actId="1035"/>
          <ac:picMkLst>
            <pc:docMk/>
            <pc:sldMk cId="1356481016" sldId="260"/>
            <ac:picMk id="6" creationId="{E9619173-428C-113B-8875-A9EE7A3E20B3}"/>
          </ac:picMkLst>
        </pc:picChg>
        <pc:picChg chg="add mod">
          <ac:chgData name="鄭羽涵" userId="4b87d878-404f-4b80-b315-35ec66ead1dc" providerId="ADAL" clId="{74DBCC3E-F489-4DD1-8A4F-75938E553695}" dt="2024-09-25T09:35:31.327" v="1926" actId="1035"/>
          <ac:picMkLst>
            <pc:docMk/>
            <pc:sldMk cId="1356481016" sldId="260"/>
            <ac:picMk id="8" creationId="{5F9F6E23-7125-24D5-C5FF-98589D0E6FE9}"/>
          </ac:picMkLst>
        </pc:picChg>
      </pc:sldChg>
      <pc:sldChg chg="delSp modSp add mod ord">
        <pc:chgData name="鄭羽涵" userId="4b87d878-404f-4b80-b315-35ec66ead1dc" providerId="ADAL" clId="{74DBCC3E-F489-4DD1-8A4F-75938E553695}" dt="2024-09-30T02:48:35.968" v="3723" actId="20577"/>
        <pc:sldMkLst>
          <pc:docMk/>
          <pc:sldMk cId="1923933412" sldId="264"/>
        </pc:sldMkLst>
        <pc:spChg chg="mod">
          <ac:chgData name="鄭羽涵" userId="4b87d878-404f-4b80-b315-35ec66ead1dc" providerId="ADAL" clId="{74DBCC3E-F489-4DD1-8A4F-75938E553695}" dt="2024-09-30T02:47:44.376" v="3654" actId="1076"/>
          <ac:spMkLst>
            <pc:docMk/>
            <pc:sldMk cId="1923933412" sldId="264"/>
            <ac:spMk id="2" creationId="{33D1B22E-6253-979F-4EE2-EAC161A7CD2A}"/>
          </ac:spMkLst>
        </pc:spChg>
        <pc:spChg chg="mod">
          <ac:chgData name="鄭羽涵" userId="4b87d878-404f-4b80-b315-35ec66ead1dc" providerId="ADAL" clId="{74DBCC3E-F489-4DD1-8A4F-75938E553695}" dt="2024-09-30T02:48:35.968" v="3723" actId="20577"/>
          <ac:spMkLst>
            <pc:docMk/>
            <pc:sldMk cId="1923933412" sldId="264"/>
            <ac:spMk id="3" creationId="{1D79838E-2F29-4315-31CB-2B352E53ED01}"/>
          </ac:spMkLst>
        </pc:spChg>
        <pc:picChg chg="del">
          <ac:chgData name="鄭羽涵" userId="4b87d878-404f-4b80-b315-35ec66ead1dc" providerId="ADAL" clId="{74DBCC3E-F489-4DD1-8A4F-75938E553695}" dt="2024-09-30T02:45:43.348" v="3635" actId="478"/>
          <ac:picMkLst>
            <pc:docMk/>
            <pc:sldMk cId="1923933412" sldId="264"/>
            <ac:picMk id="6" creationId="{A48666E2-2C55-8076-3484-B9E965750213}"/>
          </ac:picMkLst>
        </pc:picChg>
      </pc:sldChg>
      <pc:sldChg chg="delSp add mod ord modShow">
        <pc:chgData name="鄭羽涵" userId="4b87d878-404f-4b80-b315-35ec66ead1dc" providerId="ADAL" clId="{74DBCC3E-F489-4DD1-8A4F-75938E553695}" dt="2024-09-30T02:46:48.821" v="3640"/>
        <pc:sldMkLst>
          <pc:docMk/>
          <pc:sldMk cId="2379460609" sldId="265"/>
        </pc:sldMkLst>
        <pc:picChg chg="del">
          <ac:chgData name="鄭羽涵" userId="4b87d878-404f-4b80-b315-35ec66ead1dc" providerId="ADAL" clId="{74DBCC3E-F489-4DD1-8A4F-75938E553695}" dt="2024-09-30T02:45:40.858" v="3634" actId="478"/>
          <ac:picMkLst>
            <pc:docMk/>
            <pc:sldMk cId="2379460609" sldId="265"/>
            <ac:picMk id="24" creationId="{E0E62796-3DAC-3967-71B9-FD1C682BB453}"/>
          </ac:picMkLst>
        </pc:picChg>
      </pc:sldChg>
      <pc:sldChg chg="delSp add mod ord modShow">
        <pc:chgData name="鄭羽涵" userId="4b87d878-404f-4b80-b315-35ec66ead1dc" providerId="ADAL" clId="{74DBCC3E-F489-4DD1-8A4F-75938E553695}" dt="2024-09-30T02:46:48.821" v="3640"/>
        <pc:sldMkLst>
          <pc:docMk/>
          <pc:sldMk cId="2345236961" sldId="266"/>
        </pc:sldMkLst>
        <pc:picChg chg="del">
          <ac:chgData name="鄭羽涵" userId="4b87d878-404f-4b80-b315-35ec66ead1dc" providerId="ADAL" clId="{74DBCC3E-F489-4DD1-8A4F-75938E553695}" dt="2024-09-30T02:45:47.636" v="3636" actId="478"/>
          <ac:picMkLst>
            <pc:docMk/>
            <pc:sldMk cId="2345236961" sldId="266"/>
            <ac:picMk id="21" creationId="{3D2748AE-6C0C-2B85-E3D4-9C5074A0332C}"/>
          </ac:picMkLst>
        </pc:picChg>
      </pc:sldChg>
      <pc:sldChg chg="addSp delSp modSp add mod">
        <pc:chgData name="鄭羽涵" userId="4b87d878-404f-4b80-b315-35ec66ead1dc" providerId="ADAL" clId="{74DBCC3E-F489-4DD1-8A4F-75938E553695}" dt="2024-09-30T02:54:25.224" v="3735" actId="14100"/>
        <pc:sldMkLst>
          <pc:docMk/>
          <pc:sldMk cId="65798756" sldId="267"/>
        </pc:sldMkLst>
        <pc:spChg chg="mod">
          <ac:chgData name="鄭羽涵" userId="4b87d878-404f-4b80-b315-35ec66ead1dc" providerId="ADAL" clId="{74DBCC3E-F489-4DD1-8A4F-75938E553695}" dt="2024-09-30T02:54:25.224" v="3735" actId="14100"/>
          <ac:spMkLst>
            <pc:docMk/>
            <pc:sldMk cId="65798756" sldId="267"/>
            <ac:spMk id="2" creationId="{7203A8ED-165F-A54C-E175-4A98F0A99683}"/>
          </ac:spMkLst>
        </pc:spChg>
        <pc:spChg chg="del mod">
          <ac:chgData name="鄭羽涵" userId="4b87d878-404f-4b80-b315-35ec66ead1dc" providerId="ADAL" clId="{74DBCC3E-F489-4DD1-8A4F-75938E553695}" dt="2024-09-30T02:52:47.894" v="3734" actId="478"/>
          <ac:spMkLst>
            <pc:docMk/>
            <pc:sldMk cId="65798756" sldId="267"/>
            <ac:spMk id="3" creationId="{DB25DF59-DB62-ABE9-1800-7CDB5E96405A}"/>
          </ac:spMkLst>
        </pc:spChg>
        <pc:picChg chg="add mod">
          <ac:chgData name="鄭羽涵" userId="4b87d878-404f-4b80-b315-35ec66ead1dc" providerId="ADAL" clId="{74DBCC3E-F489-4DD1-8A4F-75938E553695}" dt="2024-09-30T02:52:35.493" v="3732" actId="1076"/>
          <ac:picMkLst>
            <pc:docMk/>
            <pc:sldMk cId="65798756" sldId="267"/>
            <ac:picMk id="7" creationId="{D360616A-5C8D-D0F5-8506-3FC6EB29040D}"/>
          </ac:picMkLst>
        </pc:picChg>
        <pc:picChg chg="del">
          <ac:chgData name="鄭羽涵" userId="4b87d878-404f-4b80-b315-35ec66ead1dc" providerId="ADAL" clId="{74DBCC3E-F489-4DD1-8A4F-75938E553695}" dt="2024-09-30T02:52:18.495" v="3724" actId="478"/>
          <ac:picMkLst>
            <pc:docMk/>
            <pc:sldMk cId="65798756" sldId="267"/>
            <ac:picMk id="17" creationId="{15DDC26C-3B6E-76CF-A8CB-2E771ADA8636}"/>
          </ac:picMkLst>
        </pc:picChg>
        <pc:picChg chg="del">
          <ac:chgData name="鄭羽涵" userId="4b87d878-404f-4b80-b315-35ec66ead1dc" providerId="ADAL" clId="{74DBCC3E-F489-4DD1-8A4F-75938E553695}" dt="2024-09-30T02:45:49.440" v="3637" actId="478"/>
          <ac:picMkLst>
            <pc:docMk/>
            <pc:sldMk cId="65798756" sldId="267"/>
            <ac:picMk id="18" creationId="{50B7A827-3A94-A77D-A2FC-8E695AA94D11}"/>
          </ac:picMkLst>
        </pc:picChg>
      </pc:sldChg>
      <pc:sldChg chg="delSp add del mod">
        <pc:chgData name="鄭羽涵" userId="4b87d878-404f-4b80-b315-35ec66ead1dc" providerId="ADAL" clId="{74DBCC3E-F489-4DD1-8A4F-75938E553695}" dt="2024-09-30T03:03:54.503" v="3769" actId="2696"/>
        <pc:sldMkLst>
          <pc:docMk/>
          <pc:sldMk cId="3417730614" sldId="275"/>
        </pc:sldMkLst>
        <pc:graphicFrameChg chg="del">
          <ac:chgData name="鄭羽涵" userId="4b87d878-404f-4b80-b315-35ec66ead1dc" providerId="ADAL" clId="{74DBCC3E-F489-4DD1-8A4F-75938E553695}" dt="2024-09-30T03:03:24.598" v="3768" actId="478"/>
          <ac:graphicFrameMkLst>
            <pc:docMk/>
            <pc:sldMk cId="3417730614" sldId="275"/>
            <ac:graphicFrameMk id="6" creationId="{E91844FD-8C94-3F1F-B260-52AC242F0125}"/>
          </ac:graphicFrameMkLst>
        </pc:graphicFrameChg>
      </pc:sldChg>
      <pc:sldChg chg="modSp add del mod ord">
        <pc:chgData name="鄭羽涵" userId="4b87d878-404f-4b80-b315-35ec66ead1dc" providerId="ADAL" clId="{74DBCC3E-F489-4DD1-8A4F-75938E553695}" dt="2024-09-24T03:13:49.431" v="481" actId="2696"/>
        <pc:sldMkLst>
          <pc:docMk/>
          <pc:sldMk cId="2655615309" sldId="2147471217"/>
        </pc:sldMkLst>
        <pc:spChg chg="mod">
          <ac:chgData name="鄭羽涵" userId="4b87d878-404f-4b80-b315-35ec66ead1dc" providerId="ADAL" clId="{74DBCC3E-F489-4DD1-8A4F-75938E553695}" dt="2024-09-23T10:40:59.911" v="420" actId="20577"/>
          <ac:spMkLst>
            <pc:docMk/>
            <pc:sldMk cId="2655615309" sldId="2147471217"/>
            <ac:spMk id="2" creationId="{F9ED45E5-BC20-20D4-27ED-8FBE748711F7}"/>
          </ac:spMkLst>
        </pc:spChg>
      </pc:sldChg>
      <pc:sldChg chg="modSp new mod setBg">
        <pc:chgData name="鄭羽涵" userId="4b87d878-404f-4b80-b315-35ec66ead1dc" providerId="ADAL" clId="{74DBCC3E-F489-4DD1-8A4F-75938E553695}" dt="2024-09-30T03:20:20.560" v="3805" actId="20577"/>
        <pc:sldMkLst>
          <pc:docMk/>
          <pc:sldMk cId="1558538950" sldId="2147471218"/>
        </pc:sldMkLst>
        <pc:spChg chg="mod">
          <ac:chgData name="鄭羽涵" userId="4b87d878-404f-4b80-b315-35ec66ead1dc" providerId="ADAL" clId="{74DBCC3E-F489-4DD1-8A4F-75938E553695}" dt="2024-09-27T12:21:28.407" v="3188" actId="404"/>
          <ac:spMkLst>
            <pc:docMk/>
            <pc:sldMk cId="1558538950" sldId="2147471218"/>
            <ac:spMk id="2" creationId="{20F995A1-EA15-8FE1-3443-A05CA06FF666}"/>
          </ac:spMkLst>
        </pc:spChg>
        <pc:spChg chg="mod">
          <ac:chgData name="鄭羽涵" userId="4b87d878-404f-4b80-b315-35ec66ead1dc" providerId="ADAL" clId="{74DBCC3E-F489-4DD1-8A4F-75938E553695}" dt="2024-09-30T03:20:20.560" v="3805" actId="20577"/>
          <ac:spMkLst>
            <pc:docMk/>
            <pc:sldMk cId="1558538950" sldId="2147471218"/>
            <ac:spMk id="3" creationId="{0772AEDC-9B8C-4BB1-EC37-C6D19833A9E5}"/>
          </ac:spMkLst>
        </pc:spChg>
      </pc:sldChg>
      <pc:sldChg chg="new del">
        <pc:chgData name="鄭羽涵" userId="4b87d878-404f-4b80-b315-35ec66ead1dc" providerId="ADAL" clId="{74DBCC3E-F489-4DD1-8A4F-75938E553695}" dt="2024-09-24T03:13:49.431" v="481" actId="2696"/>
        <pc:sldMkLst>
          <pc:docMk/>
          <pc:sldMk cId="3790089902" sldId="2147471219"/>
        </pc:sldMkLst>
      </pc:sldChg>
      <pc:sldChg chg="addSp delSp modSp new mod ord">
        <pc:chgData name="鄭羽涵" userId="4b87d878-404f-4b80-b315-35ec66ead1dc" providerId="ADAL" clId="{74DBCC3E-F489-4DD1-8A4F-75938E553695}" dt="2024-09-25T08:00:09.225" v="1609" actId="1037"/>
        <pc:sldMkLst>
          <pc:docMk/>
          <pc:sldMk cId="33948471" sldId="2147471220"/>
        </pc:sldMkLst>
        <pc:spChg chg="del">
          <ac:chgData name="鄭羽涵" userId="4b87d878-404f-4b80-b315-35ec66ead1dc" providerId="ADAL" clId="{74DBCC3E-F489-4DD1-8A4F-75938E553695}" dt="2024-09-24T03:13:34.710" v="478" actId="478"/>
          <ac:spMkLst>
            <pc:docMk/>
            <pc:sldMk cId="33948471" sldId="2147471220"/>
            <ac:spMk id="2" creationId="{10C7E398-4A78-3866-E0E2-0779E1DD6E5B}"/>
          </ac:spMkLst>
        </pc:spChg>
        <pc:spChg chg="del">
          <ac:chgData name="鄭羽涵" userId="4b87d878-404f-4b80-b315-35ec66ead1dc" providerId="ADAL" clId="{74DBCC3E-F489-4DD1-8A4F-75938E553695}" dt="2024-09-24T03:13:33.538" v="477" actId="478"/>
          <ac:spMkLst>
            <pc:docMk/>
            <pc:sldMk cId="33948471" sldId="2147471220"/>
            <ac:spMk id="3" creationId="{8E156D32-62B8-CDE8-E4E6-649D1C3E2D73}"/>
          </ac:spMkLst>
        </pc:spChg>
        <pc:spChg chg="add mod">
          <ac:chgData name="鄭羽涵" userId="4b87d878-404f-4b80-b315-35ec66ead1dc" providerId="ADAL" clId="{74DBCC3E-F489-4DD1-8A4F-75938E553695}" dt="2024-09-25T08:00:09.225" v="1609" actId="1037"/>
          <ac:spMkLst>
            <pc:docMk/>
            <pc:sldMk cId="33948471" sldId="2147471220"/>
            <ac:spMk id="6" creationId="{D92E05EE-04A5-8BFF-44FA-73121CD13156}"/>
          </ac:spMkLst>
        </pc:spChg>
        <pc:spChg chg="add mod">
          <ac:chgData name="鄭羽涵" userId="4b87d878-404f-4b80-b315-35ec66ead1dc" providerId="ADAL" clId="{74DBCC3E-F489-4DD1-8A4F-75938E553695}" dt="2024-09-25T08:00:09.225" v="1609" actId="1037"/>
          <ac:spMkLst>
            <pc:docMk/>
            <pc:sldMk cId="33948471" sldId="2147471220"/>
            <ac:spMk id="7" creationId="{88CBB94F-4D84-BA99-6B76-EA25B4B80820}"/>
          </ac:spMkLst>
        </pc:spChg>
        <pc:spChg chg="add mod">
          <ac:chgData name="鄭羽涵" userId="4b87d878-404f-4b80-b315-35ec66ead1dc" providerId="ADAL" clId="{74DBCC3E-F489-4DD1-8A4F-75938E553695}" dt="2024-09-24T03:13:35.042" v="479"/>
          <ac:spMkLst>
            <pc:docMk/>
            <pc:sldMk cId="33948471" sldId="2147471220"/>
            <ac:spMk id="8" creationId="{D787A139-5816-7E2F-F36E-201C9D2C85CD}"/>
          </ac:spMkLst>
        </pc:spChg>
        <pc:spChg chg="add mod">
          <ac:chgData name="鄭羽涵" userId="4b87d878-404f-4b80-b315-35ec66ead1dc" providerId="ADAL" clId="{74DBCC3E-F489-4DD1-8A4F-75938E553695}" dt="2024-09-24T03:13:35.042" v="479"/>
          <ac:spMkLst>
            <pc:docMk/>
            <pc:sldMk cId="33948471" sldId="2147471220"/>
            <ac:spMk id="9" creationId="{0AC4E1C2-D4AA-E0D1-C7D5-B421CE275068}"/>
          </ac:spMkLst>
        </pc:spChg>
        <pc:spChg chg="add mod">
          <ac:chgData name="鄭羽涵" userId="4b87d878-404f-4b80-b315-35ec66ead1dc" providerId="ADAL" clId="{74DBCC3E-F489-4DD1-8A4F-75938E553695}" dt="2024-09-24T03:15:08.197" v="494" actId="207"/>
          <ac:spMkLst>
            <pc:docMk/>
            <pc:sldMk cId="33948471" sldId="2147471220"/>
            <ac:spMk id="11" creationId="{D5D6E36A-F9D1-3FFB-B243-27BDA895F26D}"/>
          </ac:spMkLst>
        </pc:spChg>
        <pc:graphicFrameChg chg="add mod modGraphic">
          <ac:chgData name="鄭羽涵" userId="4b87d878-404f-4b80-b315-35ec66ead1dc" providerId="ADAL" clId="{74DBCC3E-F489-4DD1-8A4F-75938E553695}" dt="2024-09-25T07:59:55.833" v="1604" actId="14100"/>
          <ac:graphicFrameMkLst>
            <pc:docMk/>
            <pc:sldMk cId="33948471" sldId="2147471220"/>
            <ac:graphicFrameMk id="4" creationId="{AC27A068-56E4-4355-45C0-F40CBB1A3B0A}"/>
          </ac:graphicFrameMkLst>
        </pc:graphicFrameChg>
        <pc:graphicFrameChg chg="add mod modGraphic">
          <ac:chgData name="鄭羽涵" userId="4b87d878-404f-4b80-b315-35ec66ead1dc" providerId="ADAL" clId="{74DBCC3E-F489-4DD1-8A4F-75938E553695}" dt="2024-09-25T07:59:52.385" v="1603" actId="1036"/>
          <ac:graphicFrameMkLst>
            <pc:docMk/>
            <pc:sldMk cId="33948471" sldId="2147471220"/>
            <ac:graphicFrameMk id="5" creationId="{EAC963C8-B4BD-968E-2A9F-74582988D65E}"/>
          </ac:graphicFrameMkLst>
        </pc:graphicFrameChg>
        <pc:picChg chg="add mod">
          <ac:chgData name="鄭羽涵" userId="4b87d878-404f-4b80-b315-35ec66ead1dc" providerId="ADAL" clId="{74DBCC3E-F489-4DD1-8A4F-75938E553695}" dt="2024-09-24T03:13:35.042" v="479"/>
          <ac:picMkLst>
            <pc:docMk/>
            <pc:sldMk cId="33948471" sldId="2147471220"/>
            <ac:picMk id="10" creationId="{8276D58E-2580-B469-1790-1AD6FF476A04}"/>
          </ac:picMkLst>
        </pc:picChg>
      </pc:sldChg>
      <pc:sldChg chg="addSp delSp modSp new mod setBg modNotesTx">
        <pc:chgData name="鄭羽涵" userId="4b87d878-404f-4b80-b315-35ec66ead1dc" providerId="ADAL" clId="{74DBCC3E-F489-4DD1-8A4F-75938E553695}" dt="2024-09-30T02:38:53.306" v="3593"/>
        <pc:sldMkLst>
          <pc:docMk/>
          <pc:sldMk cId="1022875413" sldId="2147471221"/>
        </pc:sldMkLst>
        <pc:spChg chg="mod">
          <ac:chgData name="鄭羽涵" userId="4b87d878-404f-4b80-b315-35ec66ead1dc" providerId="ADAL" clId="{74DBCC3E-F489-4DD1-8A4F-75938E553695}" dt="2024-09-27T12:21:24.160" v="3185" actId="113"/>
          <ac:spMkLst>
            <pc:docMk/>
            <pc:sldMk cId="1022875413" sldId="2147471221"/>
            <ac:spMk id="2" creationId="{1B64BD4A-BFFE-DABC-733D-FF6D4DE74024}"/>
          </ac:spMkLst>
        </pc:spChg>
        <pc:spChg chg="mod">
          <ac:chgData name="鄭羽涵" userId="4b87d878-404f-4b80-b315-35ec66ead1dc" providerId="ADAL" clId="{74DBCC3E-F489-4DD1-8A4F-75938E553695}" dt="2024-09-25T07:33:32.532" v="1587" actId="20577"/>
          <ac:spMkLst>
            <pc:docMk/>
            <pc:sldMk cId="1022875413" sldId="2147471221"/>
            <ac:spMk id="3" creationId="{DC13399D-DD90-A8F1-F558-480278CF76DA}"/>
          </ac:spMkLst>
        </pc:spChg>
        <pc:spChg chg="add mod">
          <ac:chgData name="鄭羽涵" userId="4b87d878-404f-4b80-b315-35ec66ead1dc" providerId="ADAL" clId="{74DBCC3E-F489-4DD1-8A4F-75938E553695}" dt="2024-09-25T07:20:45.279" v="1577" actId="1076"/>
          <ac:spMkLst>
            <pc:docMk/>
            <pc:sldMk cId="1022875413" sldId="2147471221"/>
            <ac:spMk id="5" creationId="{101FC6B0-DE29-4E56-FF2D-6ADDC0E0AA07}"/>
          </ac:spMkLst>
        </pc:spChg>
        <pc:spChg chg="add mod">
          <ac:chgData name="鄭羽涵" userId="4b87d878-404f-4b80-b315-35ec66ead1dc" providerId="ADAL" clId="{74DBCC3E-F489-4DD1-8A4F-75938E553695}" dt="2024-09-25T07:20:45.279" v="1577" actId="1076"/>
          <ac:spMkLst>
            <pc:docMk/>
            <pc:sldMk cId="1022875413" sldId="2147471221"/>
            <ac:spMk id="6" creationId="{DB89D35A-4B4B-8C36-E71A-FC35004151BD}"/>
          </ac:spMkLst>
        </pc:spChg>
        <pc:spChg chg="add mod">
          <ac:chgData name="鄭羽涵" userId="4b87d878-404f-4b80-b315-35ec66ead1dc" providerId="ADAL" clId="{74DBCC3E-F489-4DD1-8A4F-75938E553695}" dt="2024-09-25T07:20:45.279" v="1577" actId="1076"/>
          <ac:spMkLst>
            <pc:docMk/>
            <pc:sldMk cId="1022875413" sldId="2147471221"/>
            <ac:spMk id="7" creationId="{3FAFFBE3-0C0E-1858-CEFD-77D3F6D60426}"/>
          </ac:spMkLst>
        </pc:spChg>
        <pc:spChg chg="add del mod">
          <ac:chgData name="鄭羽涵" userId="4b87d878-404f-4b80-b315-35ec66ead1dc" providerId="ADAL" clId="{74DBCC3E-F489-4DD1-8A4F-75938E553695}" dt="2024-09-24T13:25:20.222" v="1402" actId="478"/>
          <ac:spMkLst>
            <pc:docMk/>
            <pc:sldMk cId="1022875413" sldId="2147471221"/>
            <ac:spMk id="7" creationId="{55B30C4A-2670-B626-5A87-0C51ECE899C4}"/>
          </ac:spMkLst>
        </pc:spChg>
        <pc:spChg chg="add mod">
          <ac:chgData name="鄭羽涵" userId="4b87d878-404f-4b80-b315-35ec66ead1dc" providerId="ADAL" clId="{74DBCC3E-F489-4DD1-8A4F-75938E553695}" dt="2024-09-25T07:20:45.279" v="1577" actId="1076"/>
          <ac:spMkLst>
            <pc:docMk/>
            <pc:sldMk cId="1022875413" sldId="2147471221"/>
            <ac:spMk id="8" creationId="{7F33DA6C-437F-7CAD-FA18-1842FE9F98F2}"/>
          </ac:spMkLst>
        </pc:spChg>
        <pc:spChg chg="add del mod">
          <ac:chgData name="鄭羽涵" userId="4b87d878-404f-4b80-b315-35ec66ead1dc" providerId="ADAL" clId="{74DBCC3E-F489-4DD1-8A4F-75938E553695}" dt="2024-09-24T13:25:20.222" v="1402" actId="478"/>
          <ac:spMkLst>
            <pc:docMk/>
            <pc:sldMk cId="1022875413" sldId="2147471221"/>
            <ac:spMk id="8" creationId="{CC1BEC5E-A8B1-EC2E-0746-9BBF95D3E16D}"/>
          </ac:spMkLst>
        </pc:spChg>
        <pc:spChg chg="add del mod">
          <ac:chgData name="鄭羽涵" userId="4b87d878-404f-4b80-b315-35ec66ead1dc" providerId="ADAL" clId="{74DBCC3E-F489-4DD1-8A4F-75938E553695}" dt="2024-09-25T07:18:43.580" v="1559" actId="478"/>
          <ac:spMkLst>
            <pc:docMk/>
            <pc:sldMk cId="1022875413" sldId="2147471221"/>
            <ac:spMk id="9" creationId="{6C0EC51F-AA96-EC22-AF5E-CC1E8309510D}"/>
          </ac:spMkLst>
        </pc:spChg>
        <pc:spChg chg="add del mod">
          <ac:chgData name="鄭羽涵" userId="4b87d878-404f-4b80-b315-35ec66ead1dc" providerId="ADAL" clId="{74DBCC3E-F489-4DD1-8A4F-75938E553695}" dt="2024-09-24T13:25:20.222" v="1402" actId="478"/>
          <ac:spMkLst>
            <pc:docMk/>
            <pc:sldMk cId="1022875413" sldId="2147471221"/>
            <ac:spMk id="9" creationId="{81351F51-140A-55C1-BE80-BE40DC223BDA}"/>
          </ac:spMkLst>
        </pc:spChg>
        <pc:spChg chg="add del mod">
          <ac:chgData name="鄭羽涵" userId="4b87d878-404f-4b80-b315-35ec66ead1dc" providerId="ADAL" clId="{74DBCC3E-F489-4DD1-8A4F-75938E553695}" dt="2024-09-24T13:25:20.222" v="1402" actId="478"/>
          <ac:spMkLst>
            <pc:docMk/>
            <pc:sldMk cId="1022875413" sldId="2147471221"/>
            <ac:spMk id="10" creationId="{BB60B4A5-A45D-3AEF-5AEA-AC170B2DC0F4}"/>
          </ac:spMkLst>
        </pc:spChg>
        <pc:spChg chg="add del mod">
          <ac:chgData name="鄭羽涵" userId="4b87d878-404f-4b80-b315-35ec66ead1dc" providerId="ADAL" clId="{74DBCC3E-F489-4DD1-8A4F-75938E553695}" dt="2024-09-24T13:25:20.222" v="1402" actId="478"/>
          <ac:spMkLst>
            <pc:docMk/>
            <pc:sldMk cId="1022875413" sldId="2147471221"/>
            <ac:spMk id="11" creationId="{3020F5E2-BEEE-ADE5-BFF9-09243E608E6F}"/>
          </ac:spMkLst>
        </pc:spChg>
        <pc:picChg chg="add mod">
          <ac:chgData name="鄭羽涵" userId="4b87d878-404f-4b80-b315-35ec66ead1dc" providerId="ADAL" clId="{74DBCC3E-F489-4DD1-8A4F-75938E553695}" dt="2024-09-25T07:20:45.279" v="1577" actId="1076"/>
          <ac:picMkLst>
            <pc:docMk/>
            <pc:sldMk cId="1022875413" sldId="2147471221"/>
            <ac:picMk id="4" creationId="{5C6C109F-D757-ACB5-C0C6-65E594E679C0}"/>
          </ac:picMkLst>
        </pc:picChg>
        <pc:picChg chg="add del mod">
          <ac:chgData name="鄭羽涵" userId="4b87d878-404f-4b80-b315-35ec66ead1dc" providerId="ADAL" clId="{74DBCC3E-F489-4DD1-8A4F-75938E553695}" dt="2024-09-24T13:22:30.474" v="1349" actId="478"/>
          <ac:picMkLst>
            <pc:docMk/>
            <pc:sldMk cId="1022875413" sldId="2147471221"/>
            <ac:picMk id="4" creationId="{A8440149-FB65-0463-4AF6-86C63AFA82D4}"/>
          </ac:picMkLst>
        </pc:picChg>
        <pc:picChg chg="add del mod">
          <ac:chgData name="鄭羽涵" userId="4b87d878-404f-4b80-b315-35ec66ead1dc" providerId="ADAL" clId="{74DBCC3E-F489-4DD1-8A4F-75938E553695}" dt="2024-09-24T13:22:36.464" v="1350" actId="478"/>
          <ac:picMkLst>
            <pc:docMk/>
            <pc:sldMk cId="1022875413" sldId="2147471221"/>
            <ac:picMk id="5" creationId="{0D4B9E2F-0E10-3588-F4B7-F9BD27D4C271}"/>
          </ac:picMkLst>
        </pc:picChg>
        <pc:picChg chg="add del mod">
          <ac:chgData name="鄭羽涵" userId="4b87d878-404f-4b80-b315-35ec66ead1dc" providerId="ADAL" clId="{74DBCC3E-F489-4DD1-8A4F-75938E553695}" dt="2024-09-24T13:22:37.235" v="1351" actId="478"/>
          <ac:picMkLst>
            <pc:docMk/>
            <pc:sldMk cId="1022875413" sldId="2147471221"/>
            <ac:picMk id="6" creationId="{3C68F924-9A82-1190-A7E4-F937D496F3E1}"/>
          </ac:picMkLst>
        </pc:picChg>
        <pc:picChg chg="add del mod">
          <ac:chgData name="鄭羽涵" userId="4b87d878-404f-4b80-b315-35ec66ead1dc" providerId="ADAL" clId="{74DBCC3E-F489-4DD1-8A4F-75938E553695}" dt="2024-09-24T13:25:55.747" v="1410" actId="478"/>
          <ac:picMkLst>
            <pc:docMk/>
            <pc:sldMk cId="1022875413" sldId="2147471221"/>
            <ac:picMk id="13" creationId="{0A5FC8BA-B8BF-3F90-BD9B-C2EFAEA73609}"/>
          </ac:picMkLst>
        </pc:picChg>
        <pc:picChg chg="add mod">
          <ac:chgData name="鄭羽涵" userId="4b87d878-404f-4b80-b315-35ec66ead1dc" providerId="ADAL" clId="{74DBCC3E-F489-4DD1-8A4F-75938E553695}" dt="2024-09-25T07:18:57.008" v="1560" actId="1076"/>
          <ac:picMkLst>
            <pc:docMk/>
            <pc:sldMk cId="1022875413" sldId="2147471221"/>
            <ac:picMk id="15" creationId="{4A031474-FCAC-0572-7C69-43AD4C7A0F51}"/>
          </ac:picMkLst>
        </pc:picChg>
      </pc:sldChg>
      <pc:sldChg chg="addSp delSp modSp new mod">
        <pc:chgData name="鄭羽涵" userId="4b87d878-404f-4b80-b315-35ec66ead1dc" providerId="ADAL" clId="{74DBCC3E-F489-4DD1-8A4F-75938E553695}" dt="2024-09-27T13:29:15.521" v="3246" actId="20577"/>
        <pc:sldMkLst>
          <pc:docMk/>
          <pc:sldMk cId="3978807778" sldId="2147471222"/>
        </pc:sldMkLst>
        <pc:spChg chg="mod">
          <ac:chgData name="鄭羽涵" userId="4b87d878-404f-4b80-b315-35ec66ead1dc" providerId="ADAL" clId="{74DBCC3E-F489-4DD1-8A4F-75938E553695}" dt="2024-09-27T13:29:15.521" v="3246" actId="20577"/>
          <ac:spMkLst>
            <pc:docMk/>
            <pc:sldMk cId="3978807778" sldId="2147471222"/>
            <ac:spMk id="2" creationId="{38C94D4F-8F3F-FD46-E216-B2D1E75DF06C}"/>
          </ac:spMkLst>
        </pc:spChg>
        <pc:spChg chg="mod">
          <ac:chgData name="鄭羽涵" userId="4b87d878-404f-4b80-b315-35ec66ead1dc" providerId="ADAL" clId="{74DBCC3E-F489-4DD1-8A4F-75938E553695}" dt="2024-09-27T12:19:03.281" v="3091" actId="403"/>
          <ac:spMkLst>
            <pc:docMk/>
            <pc:sldMk cId="3978807778" sldId="2147471222"/>
            <ac:spMk id="3" creationId="{DF012310-8148-EBAF-75AB-0E02B4F3C620}"/>
          </ac:spMkLst>
        </pc:spChg>
        <pc:spChg chg="add mod">
          <ac:chgData name="鄭羽涵" userId="4b87d878-404f-4b80-b315-35ec66ead1dc" providerId="ADAL" clId="{74DBCC3E-F489-4DD1-8A4F-75938E553695}" dt="2024-09-27T12:19:11.150" v="3094" actId="1076"/>
          <ac:spMkLst>
            <pc:docMk/>
            <pc:sldMk cId="3978807778" sldId="2147471222"/>
            <ac:spMk id="7" creationId="{8D82DE69-6839-0059-D553-3C72DA18F11B}"/>
          </ac:spMkLst>
        </pc:spChg>
        <pc:spChg chg="add del mod">
          <ac:chgData name="鄭羽涵" userId="4b87d878-404f-4b80-b315-35ec66ead1dc" providerId="ADAL" clId="{74DBCC3E-F489-4DD1-8A4F-75938E553695}" dt="2024-09-25T10:05:41.203" v="2203" actId="478"/>
          <ac:spMkLst>
            <pc:docMk/>
            <pc:sldMk cId="3978807778" sldId="2147471222"/>
            <ac:spMk id="8" creationId="{0AF387C1-8DC7-1279-E1AC-E7664B498EFE}"/>
          </ac:spMkLst>
        </pc:spChg>
        <pc:picChg chg="add mod">
          <ac:chgData name="鄭羽涵" userId="4b87d878-404f-4b80-b315-35ec66ead1dc" providerId="ADAL" clId="{74DBCC3E-F489-4DD1-8A4F-75938E553695}" dt="2024-09-27T12:19:07.093" v="3092" actId="1076"/>
          <ac:picMkLst>
            <pc:docMk/>
            <pc:sldMk cId="3978807778" sldId="2147471222"/>
            <ac:picMk id="4" creationId="{0A84F5AC-0D38-2D6A-1DC3-4727CE80CB9D}"/>
          </ac:picMkLst>
        </pc:picChg>
        <pc:picChg chg="add mod">
          <ac:chgData name="鄭羽涵" userId="4b87d878-404f-4b80-b315-35ec66ead1dc" providerId="ADAL" clId="{74DBCC3E-F489-4DD1-8A4F-75938E553695}" dt="2024-09-27T12:19:13.709" v="3095" actId="1076"/>
          <ac:picMkLst>
            <pc:docMk/>
            <pc:sldMk cId="3978807778" sldId="2147471222"/>
            <ac:picMk id="6" creationId="{775D571D-BFC6-0C81-8031-448AE1C44059}"/>
          </ac:picMkLst>
        </pc:picChg>
      </pc:sldChg>
      <pc:sldChg chg="addSp delSp modSp new mod ord">
        <pc:chgData name="鄭羽涵" userId="4b87d878-404f-4b80-b315-35ec66ead1dc" providerId="ADAL" clId="{74DBCC3E-F489-4DD1-8A4F-75938E553695}" dt="2024-09-27T12:21:15.093" v="3182" actId="113"/>
        <pc:sldMkLst>
          <pc:docMk/>
          <pc:sldMk cId="3047318844" sldId="2147471223"/>
        </pc:sldMkLst>
        <pc:spChg chg="del">
          <ac:chgData name="鄭羽涵" userId="4b87d878-404f-4b80-b315-35ec66ead1dc" providerId="ADAL" clId="{74DBCC3E-F489-4DD1-8A4F-75938E553695}" dt="2024-09-24T06:38:41.027" v="612" actId="478"/>
          <ac:spMkLst>
            <pc:docMk/>
            <pc:sldMk cId="3047318844" sldId="2147471223"/>
            <ac:spMk id="2" creationId="{B552ADEF-FA79-1DA6-2B60-94B455A78833}"/>
          </ac:spMkLst>
        </pc:spChg>
        <pc:spChg chg="del mod">
          <ac:chgData name="鄭羽涵" userId="4b87d878-404f-4b80-b315-35ec66ead1dc" providerId="ADAL" clId="{74DBCC3E-F489-4DD1-8A4F-75938E553695}" dt="2024-09-24T06:38:39.739" v="611" actId="478"/>
          <ac:spMkLst>
            <pc:docMk/>
            <pc:sldMk cId="3047318844" sldId="2147471223"/>
            <ac:spMk id="3" creationId="{9A4F9AC3-E752-5517-3716-CC45FA629399}"/>
          </ac:spMkLst>
        </pc:spChg>
        <pc:spChg chg="add mod">
          <ac:chgData name="鄭羽涵" userId="4b87d878-404f-4b80-b315-35ec66ead1dc" providerId="ADAL" clId="{74DBCC3E-F489-4DD1-8A4F-75938E553695}" dt="2024-09-25T09:23:57.333" v="1821" actId="113"/>
          <ac:spMkLst>
            <pc:docMk/>
            <pc:sldMk cId="3047318844" sldId="2147471223"/>
            <ac:spMk id="4" creationId="{87D5109D-3283-3E84-D719-741C13AC2A14}"/>
          </ac:spMkLst>
        </pc:spChg>
        <pc:spChg chg="add mod">
          <ac:chgData name="鄭羽涵" userId="4b87d878-404f-4b80-b315-35ec66ead1dc" providerId="ADAL" clId="{74DBCC3E-F489-4DD1-8A4F-75938E553695}" dt="2024-09-24T07:08:02.579" v="922" actId="1076"/>
          <ac:spMkLst>
            <pc:docMk/>
            <pc:sldMk cId="3047318844" sldId="2147471223"/>
            <ac:spMk id="6" creationId="{33C76ECC-159E-0F4A-1470-C42288A20DFD}"/>
          </ac:spMkLst>
        </pc:spChg>
        <pc:spChg chg="add mod">
          <ac:chgData name="鄭羽涵" userId="4b87d878-404f-4b80-b315-35ec66ead1dc" providerId="ADAL" clId="{74DBCC3E-F489-4DD1-8A4F-75938E553695}" dt="2024-09-24T07:07:33.570" v="921" actId="1076"/>
          <ac:spMkLst>
            <pc:docMk/>
            <pc:sldMk cId="3047318844" sldId="2147471223"/>
            <ac:spMk id="7" creationId="{45D6A2CC-9B55-804E-2B09-4E19C8DD74E3}"/>
          </ac:spMkLst>
        </pc:spChg>
        <pc:spChg chg="add mod">
          <ac:chgData name="鄭羽涵" userId="4b87d878-404f-4b80-b315-35ec66ead1dc" providerId="ADAL" clId="{74DBCC3E-F489-4DD1-8A4F-75938E553695}" dt="2024-09-24T06:46:58.283" v="726" actId="1076"/>
          <ac:spMkLst>
            <pc:docMk/>
            <pc:sldMk cId="3047318844" sldId="2147471223"/>
            <ac:spMk id="9" creationId="{98F1C785-B007-C3B0-5A4C-EEEF1A7EDAF0}"/>
          </ac:spMkLst>
        </pc:spChg>
        <pc:spChg chg="add mod">
          <ac:chgData name="鄭羽涵" userId="4b87d878-404f-4b80-b315-35ec66ead1dc" providerId="ADAL" clId="{74DBCC3E-F489-4DD1-8A4F-75938E553695}" dt="2024-09-24T06:44:16.911" v="650" actId="1076"/>
          <ac:spMkLst>
            <pc:docMk/>
            <pc:sldMk cId="3047318844" sldId="2147471223"/>
            <ac:spMk id="10" creationId="{4FC6E9BB-C9B4-D2A5-BD82-6654AF1EB6D5}"/>
          </ac:spMkLst>
        </pc:spChg>
        <pc:spChg chg="add mod">
          <ac:chgData name="鄭羽涵" userId="4b87d878-404f-4b80-b315-35ec66ead1dc" providerId="ADAL" clId="{74DBCC3E-F489-4DD1-8A4F-75938E553695}" dt="2024-09-27T12:21:15.093" v="3182" actId="113"/>
          <ac:spMkLst>
            <pc:docMk/>
            <pc:sldMk cId="3047318844" sldId="2147471223"/>
            <ac:spMk id="14" creationId="{EA4FC6AA-6B42-D660-DD5B-6F1AEF337E20}"/>
          </ac:spMkLst>
        </pc:spChg>
        <pc:spChg chg="add mod">
          <ac:chgData name="鄭羽涵" userId="4b87d878-404f-4b80-b315-35ec66ead1dc" providerId="ADAL" clId="{74DBCC3E-F489-4DD1-8A4F-75938E553695}" dt="2024-09-24T07:06:34.205" v="910" actId="1076"/>
          <ac:spMkLst>
            <pc:docMk/>
            <pc:sldMk cId="3047318844" sldId="2147471223"/>
            <ac:spMk id="16" creationId="{DAB07732-7AAF-C632-4347-4E7DA14FDB45}"/>
          </ac:spMkLst>
        </pc:spChg>
        <pc:spChg chg="add del">
          <ac:chgData name="鄭羽涵" userId="4b87d878-404f-4b80-b315-35ec66ead1dc" providerId="ADAL" clId="{74DBCC3E-F489-4DD1-8A4F-75938E553695}" dt="2024-09-24T06:59:17.698" v="790" actId="478"/>
          <ac:spMkLst>
            <pc:docMk/>
            <pc:sldMk cId="3047318844" sldId="2147471223"/>
            <ac:spMk id="18" creationId="{F17AE609-5AA6-8A92-FE31-845B6112162F}"/>
          </ac:spMkLst>
        </pc:spChg>
        <pc:spChg chg="add mod">
          <ac:chgData name="鄭羽涵" userId="4b87d878-404f-4b80-b315-35ec66ead1dc" providerId="ADAL" clId="{74DBCC3E-F489-4DD1-8A4F-75938E553695}" dt="2024-09-24T07:02:58.118" v="883" actId="20577"/>
          <ac:spMkLst>
            <pc:docMk/>
            <pc:sldMk cId="3047318844" sldId="2147471223"/>
            <ac:spMk id="23" creationId="{2F6838E6-F241-6D55-64AE-1E9AED310981}"/>
          </ac:spMkLst>
        </pc:spChg>
        <pc:graphicFrameChg chg="add del mod">
          <ac:chgData name="鄭羽涵" userId="4b87d878-404f-4b80-b315-35ec66ead1dc" providerId="ADAL" clId="{74DBCC3E-F489-4DD1-8A4F-75938E553695}" dt="2024-09-24T06:42:42.200" v="621" actId="478"/>
          <ac:graphicFrameMkLst>
            <pc:docMk/>
            <pc:sldMk cId="3047318844" sldId="2147471223"/>
            <ac:graphicFrameMk id="11" creationId="{87FE81D9-85A1-07E4-5D70-4AD78049FA7F}"/>
          </ac:graphicFrameMkLst>
        </pc:graphicFrameChg>
        <pc:picChg chg="add mod">
          <ac:chgData name="鄭羽涵" userId="4b87d878-404f-4b80-b315-35ec66ead1dc" providerId="ADAL" clId="{74DBCC3E-F489-4DD1-8A4F-75938E553695}" dt="2024-09-24T06:43:22.258" v="631" actId="1076"/>
          <ac:picMkLst>
            <pc:docMk/>
            <pc:sldMk cId="3047318844" sldId="2147471223"/>
            <ac:picMk id="5" creationId="{12A0441F-8DC6-DEDA-A5E6-EBB37970E59F}"/>
          </ac:picMkLst>
        </pc:picChg>
        <pc:picChg chg="add mod">
          <ac:chgData name="鄭羽涵" userId="4b87d878-404f-4b80-b315-35ec66ead1dc" providerId="ADAL" clId="{74DBCC3E-F489-4DD1-8A4F-75938E553695}" dt="2024-09-24T06:47:00.673" v="727" actId="1076"/>
          <ac:picMkLst>
            <pc:docMk/>
            <pc:sldMk cId="3047318844" sldId="2147471223"/>
            <ac:picMk id="8" creationId="{BF8025B1-D22F-88DB-10B7-C25D0E4C102B}"/>
          </ac:picMkLst>
        </pc:picChg>
        <pc:picChg chg="add del mod modCrop">
          <ac:chgData name="鄭羽涵" userId="4b87d878-404f-4b80-b315-35ec66ead1dc" providerId="ADAL" clId="{74DBCC3E-F489-4DD1-8A4F-75938E553695}" dt="2024-09-24T06:59:15.379" v="788" actId="478"/>
          <ac:picMkLst>
            <pc:docMk/>
            <pc:sldMk cId="3047318844" sldId="2147471223"/>
            <ac:picMk id="13" creationId="{B26EB28B-1AE0-4EE6-63AD-3DDC291FD4C7}"/>
          </ac:picMkLst>
        </pc:picChg>
        <pc:picChg chg="add del mod modCrop">
          <ac:chgData name="鄭羽涵" userId="4b87d878-404f-4b80-b315-35ec66ead1dc" providerId="ADAL" clId="{74DBCC3E-F489-4DD1-8A4F-75938E553695}" dt="2024-09-24T07:01:05.217" v="822" actId="478"/>
          <ac:picMkLst>
            <pc:docMk/>
            <pc:sldMk cId="3047318844" sldId="2147471223"/>
            <ac:picMk id="15" creationId="{6EADF9A4-6B3C-8D54-8C6F-8C4B7BCF0EEF}"/>
          </ac:picMkLst>
        </pc:picChg>
        <pc:picChg chg="add mod modCrop">
          <ac:chgData name="鄭羽涵" userId="4b87d878-404f-4b80-b315-35ec66ead1dc" providerId="ADAL" clId="{74DBCC3E-F489-4DD1-8A4F-75938E553695}" dt="2024-09-24T06:59:54.307" v="805" actId="1076"/>
          <ac:picMkLst>
            <pc:docMk/>
            <pc:sldMk cId="3047318844" sldId="2147471223"/>
            <ac:picMk id="20" creationId="{FB158912-5A74-1180-E047-EDCFE7EFD796}"/>
          </ac:picMkLst>
        </pc:picChg>
        <pc:picChg chg="add mod modCrop">
          <ac:chgData name="鄭羽涵" userId="4b87d878-404f-4b80-b315-35ec66ead1dc" providerId="ADAL" clId="{74DBCC3E-F489-4DD1-8A4F-75938E553695}" dt="2024-09-24T07:00:06.180" v="806" actId="1076"/>
          <ac:picMkLst>
            <pc:docMk/>
            <pc:sldMk cId="3047318844" sldId="2147471223"/>
            <ac:picMk id="21" creationId="{28799879-C481-FF20-DCDC-1D83E7662EE3}"/>
          </ac:picMkLst>
        </pc:picChg>
      </pc:sldChg>
      <pc:sldChg chg="addSp delSp modSp new mod ord modShow">
        <pc:chgData name="鄭羽涵" userId="4b87d878-404f-4b80-b315-35ec66ead1dc" providerId="ADAL" clId="{74DBCC3E-F489-4DD1-8A4F-75938E553695}" dt="2024-09-25T08:00:20.689" v="1610" actId="729"/>
        <pc:sldMkLst>
          <pc:docMk/>
          <pc:sldMk cId="2100751947" sldId="2147471224"/>
        </pc:sldMkLst>
        <pc:spChg chg="del">
          <ac:chgData name="鄭羽涵" userId="4b87d878-404f-4b80-b315-35ec66ead1dc" providerId="ADAL" clId="{74DBCC3E-F489-4DD1-8A4F-75938E553695}" dt="2024-09-24T12:59:29.500" v="1040" actId="478"/>
          <ac:spMkLst>
            <pc:docMk/>
            <pc:sldMk cId="2100751947" sldId="2147471224"/>
            <ac:spMk id="2" creationId="{C9B51428-CFA8-4B1F-0E3A-2275B558CEFE}"/>
          </ac:spMkLst>
        </pc:spChg>
        <pc:spChg chg="del">
          <ac:chgData name="鄭羽涵" userId="4b87d878-404f-4b80-b315-35ec66ead1dc" providerId="ADAL" clId="{74DBCC3E-F489-4DD1-8A4F-75938E553695}" dt="2024-09-24T12:59:27.918" v="1039" actId="478"/>
          <ac:spMkLst>
            <pc:docMk/>
            <pc:sldMk cId="2100751947" sldId="2147471224"/>
            <ac:spMk id="3" creationId="{649844C3-1388-CD39-403B-8CF92BE1DA5C}"/>
          </ac:spMkLst>
        </pc:spChg>
        <pc:spChg chg="add mod">
          <ac:chgData name="鄭羽涵" userId="4b87d878-404f-4b80-b315-35ec66ead1dc" providerId="ADAL" clId="{74DBCC3E-F489-4DD1-8A4F-75938E553695}" dt="2024-09-24T13:24:22.087" v="1397" actId="1076"/>
          <ac:spMkLst>
            <pc:docMk/>
            <pc:sldMk cId="2100751947" sldId="2147471224"/>
            <ac:spMk id="7" creationId="{62C8D44F-F643-AACD-F4FE-A283231C6A13}"/>
          </ac:spMkLst>
        </pc:spChg>
        <pc:spChg chg="add mod">
          <ac:chgData name="鄭羽涵" userId="4b87d878-404f-4b80-b315-35ec66ead1dc" providerId="ADAL" clId="{74DBCC3E-F489-4DD1-8A4F-75938E553695}" dt="2024-09-24T13:24:24.945" v="1398" actId="1076"/>
          <ac:spMkLst>
            <pc:docMk/>
            <pc:sldMk cId="2100751947" sldId="2147471224"/>
            <ac:spMk id="8" creationId="{BDED408F-70A3-0B0D-C0A0-0F4F27550F30}"/>
          </ac:spMkLst>
        </pc:spChg>
        <pc:spChg chg="add mod">
          <ac:chgData name="鄭羽涵" userId="4b87d878-404f-4b80-b315-35ec66ead1dc" providerId="ADAL" clId="{74DBCC3E-F489-4DD1-8A4F-75938E553695}" dt="2024-09-24T13:24:42.045" v="1401" actId="1076"/>
          <ac:spMkLst>
            <pc:docMk/>
            <pc:sldMk cId="2100751947" sldId="2147471224"/>
            <ac:spMk id="9" creationId="{57142A5E-594E-E266-FC82-4810EF0B7FDF}"/>
          </ac:spMkLst>
        </pc:spChg>
        <pc:spChg chg="add mod">
          <ac:chgData name="鄭羽涵" userId="4b87d878-404f-4b80-b315-35ec66ead1dc" providerId="ADAL" clId="{74DBCC3E-F489-4DD1-8A4F-75938E553695}" dt="2024-09-24T13:24:42.045" v="1401" actId="1076"/>
          <ac:spMkLst>
            <pc:docMk/>
            <pc:sldMk cId="2100751947" sldId="2147471224"/>
            <ac:spMk id="10" creationId="{86EDEAE4-402F-A184-23A1-5D0734CBF704}"/>
          </ac:spMkLst>
        </pc:spChg>
        <pc:spChg chg="add mod">
          <ac:chgData name="鄭羽涵" userId="4b87d878-404f-4b80-b315-35ec66ead1dc" providerId="ADAL" clId="{74DBCC3E-F489-4DD1-8A4F-75938E553695}" dt="2024-09-24T13:24:30.817" v="1399" actId="1076"/>
          <ac:spMkLst>
            <pc:docMk/>
            <pc:sldMk cId="2100751947" sldId="2147471224"/>
            <ac:spMk id="11" creationId="{D7A26B6F-E6E5-8A1D-E98F-8F7F56C24E42}"/>
          </ac:spMkLst>
        </pc:spChg>
        <pc:spChg chg="add mod">
          <ac:chgData name="鄭羽涵" userId="4b87d878-404f-4b80-b315-35ec66ead1dc" providerId="ADAL" clId="{74DBCC3E-F489-4DD1-8A4F-75938E553695}" dt="2024-09-24T13:09:24.926" v="1128" actId="113"/>
          <ac:spMkLst>
            <pc:docMk/>
            <pc:sldMk cId="2100751947" sldId="2147471224"/>
            <ac:spMk id="14" creationId="{BCB7F7A1-BB97-8843-D8BC-C80298BE25CC}"/>
          </ac:spMkLst>
        </pc:spChg>
        <pc:spChg chg="add mod">
          <ac:chgData name="鄭羽涵" userId="4b87d878-404f-4b80-b315-35ec66ead1dc" providerId="ADAL" clId="{74DBCC3E-F489-4DD1-8A4F-75938E553695}" dt="2024-09-24T13:09:26.831" v="1129" actId="113"/>
          <ac:spMkLst>
            <pc:docMk/>
            <pc:sldMk cId="2100751947" sldId="2147471224"/>
            <ac:spMk id="15" creationId="{ED7E4F15-B1CC-7984-3B04-543006D676D8}"/>
          </ac:spMkLst>
        </pc:spChg>
        <pc:spChg chg="add mod">
          <ac:chgData name="鄭羽涵" userId="4b87d878-404f-4b80-b315-35ec66ead1dc" providerId="ADAL" clId="{74DBCC3E-F489-4DD1-8A4F-75938E553695}" dt="2024-09-24T13:25:43.911" v="1409" actId="113"/>
          <ac:spMkLst>
            <pc:docMk/>
            <pc:sldMk cId="2100751947" sldId="2147471224"/>
            <ac:spMk id="18" creationId="{37AC73D1-E8D1-BEF4-009C-1284243D8CFC}"/>
          </ac:spMkLst>
        </pc:spChg>
        <pc:spChg chg="add mod">
          <ac:chgData name="鄭羽涵" userId="4b87d878-404f-4b80-b315-35ec66ead1dc" providerId="ADAL" clId="{74DBCC3E-F489-4DD1-8A4F-75938E553695}" dt="2024-09-24T13:22:08.230" v="1344" actId="113"/>
          <ac:spMkLst>
            <pc:docMk/>
            <pc:sldMk cId="2100751947" sldId="2147471224"/>
            <ac:spMk id="19" creationId="{41CB5A77-D1CE-CD8C-9F7B-E6D0B64EEDF5}"/>
          </ac:spMkLst>
        </pc:spChg>
        <pc:spChg chg="add mod">
          <ac:chgData name="鄭羽涵" userId="4b87d878-404f-4b80-b315-35ec66ead1dc" providerId="ADAL" clId="{74DBCC3E-F489-4DD1-8A4F-75938E553695}" dt="2024-09-24T13:22:15.022" v="1346" actId="113"/>
          <ac:spMkLst>
            <pc:docMk/>
            <pc:sldMk cId="2100751947" sldId="2147471224"/>
            <ac:spMk id="25" creationId="{7B916085-DAD9-1549-E273-F139BDF7E217}"/>
          </ac:spMkLst>
        </pc:spChg>
        <pc:spChg chg="add mod">
          <ac:chgData name="鄭羽涵" userId="4b87d878-404f-4b80-b315-35ec66ead1dc" providerId="ADAL" clId="{74DBCC3E-F489-4DD1-8A4F-75938E553695}" dt="2024-09-24T13:22:18.065" v="1348" actId="207"/>
          <ac:spMkLst>
            <pc:docMk/>
            <pc:sldMk cId="2100751947" sldId="2147471224"/>
            <ac:spMk id="29" creationId="{C9B16DE5-CF13-CABE-A36A-C9A9DCC3E49F}"/>
          </ac:spMkLst>
        </pc:spChg>
        <pc:spChg chg="add mod">
          <ac:chgData name="鄭羽涵" userId="4b87d878-404f-4b80-b315-35ec66ead1dc" providerId="ADAL" clId="{74DBCC3E-F489-4DD1-8A4F-75938E553695}" dt="2024-09-24T13:13:51.621" v="1210" actId="208"/>
          <ac:spMkLst>
            <pc:docMk/>
            <pc:sldMk cId="2100751947" sldId="2147471224"/>
            <ac:spMk id="30" creationId="{B1731E7B-6AF2-CC4A-A02E-7C5693B6F248}"/>
          </ac:spMkLst>
        </pc:spChg>
        <pc:spChg chg="add mod">
          <ac:chgData name="鄭羽涵" userId="4b87d878-404f-4b80-b315-35ec66ead1dc" providerId="ADAL" clId="{74DBCC3E-F489-4DD1-8A4F-75938E553695}" dt="2024-09-24T13:23:44.699" v="1389" actId="1035"/>
          <ac:spMkLst>
            <pc:docMk/>
            <pc:sldMk cId="2100751947" sldId="2147471224"/>
            <ac:spMk id="31" creationId="{DE344755-68C5-8B90-6566-DB6D94E4332C}"/>
          </ac:spMkLst>
        </pc:spChg>
        <pc:spChg chg="add mod">
          <ac:chgData name="鄭羽涵" userId="4b87d878-404f-4b80-b315-35ec66ead1dc" providerId="ADAL" clId="{74DBCC3E-F489-4DD1-8A4F-75938E553695}" dt="2024-09-24T13:23:48.424" v="1391" actId="1035"/>
          <ac:spMkLst>
            <pc:docMk/>
            <pc:sldMk cId="2100751947" sldId="2147471224"/>
            <ac:spMk id="33" creationId="{2C42DB3F-6CF3-E0BB-F26A-89389C2BE637}"/>
          </ac:spMkLst>
        </pc:spChg>
        <pc:spChg chg="add mod">
          <ac:chgData name="鄭羽涵" userId="4b87d878-404f-4b80-b315-35ec66ead1dc" providerId="ADAL" clId="{74DBCC3E-F489-4DD1-8A4F-75938E553695}" dt="2024-09-24T13:23:33.090" v="1376" actId="1035"/>
          <ac:spMkLst>
            <pc:docMk/>
            <pc:sldMk cId="2100751947" sldId="2147471224"/>
            <ac:spMk id="41" creationId="{E3FA1A8D-83D3-9262-5FCC-1280C0DE881B}"/>
          </ac:spMkLst>
        </pc:spChg>
        <pc:picChg chg="add mod">
          <ac:chgData name="鄭羽涵" userId="4b87d878-404f-4b80-b315-35ec66ead1dc" providerId="ADAL" clId="{74DBCC3E-F489-4DD1-8A4F-75938E553695}" dt="2024-09-24T12:59:26.192" v="1038" actId="1076"/>
          <ac:picMkLst>
            <pc:docMk/>
            <pc:sldMk cId="2100751947" sldId="2147471224"/>
            <ac:picMk id="4" creationId="{0E4C9C93-26EE-86B7-2B70-BF6074947FF1}"/>
          </ac:picMkLst>
        </pc:picChg>
        <pc:picChg chg="add del mod">
          <ac:chgData name="鄭羽涵" userId="4b87d878-404f-4b80-b315-35ec66ead1dc" providerId="ADAL" clId="{74DBCC3E-F489-4DD1-8A4F-75938E553695}" dt="2024-09-24T13:02:07.234" v="1043" actId="478"/>
          <ac:picMkLst>
            <pc:docMk/>
            <pc:sldMk cId="2100751947" sldId="2147471224"/>
            <ac:picMk id="5" creationId="{69998ACB-5988-7055-C8C3-8D4093334C59}"/>
          </ac:picMkLst>
        </pc:picChg>
        <pc:picChg chg="add mod">
          <ac:chgData name="鄭羽涵" userId="4b87d878-404f-4b80-b315-35ec66ead1dc" providerId="ADAL" clId="{74DBCC3E-F489-4DD1-8A4F-75938E553695}" dt="2024-09-24T13:24:18.200" v="1396" actId="1076"/>
          <ac:picMkLst>
            <pc:docMk/>
            <pc:sldMk cId="2100751947" sldId="2147471224"/>
            <ac:picMk id="6" creationId="{1645657A-5C15-9152-891C-5BCD07F4E1DC}"/>
          </ac:picMkLst>
        </pc:picChg>
        <pc:picChg chg="add mod">
          <ac:chgData name="鄭羽涵" userId="4b87d878-404f-4b80-b315-35ec66ead1dc" providerId="ADAL" clId="{74DBCC3E-F489-4DD1-8A4F-75938E553695}" dt="2024-09-24T13:24:12.050" v="1394" actId="1076"/>
          <ac:picMkLst>
            <pc:docMk/>
            <pc:sldMk cId="2100751947" sldId="2147471224"/>
            <ac:picMk id="13" creationId="{3D6F19D2-0BD6-2F4F-2C41-4B4125DA62F1}"/>
          </ac:picMkLst>
        </pc:picChg>
        <pc:picChg chg="add mod">
          <ac:chgData name="鄭羽涵" userId="4b87d878-404f-4b80-b315-35ec66ead1dc" providerId="ADAL" clId="{74DBCC3E-F489-4DD1-8A4F-75938E553695}" dt="2024-09-24T13:23:44.699" v="1389" actId="1035"/>
          <ac:picMkLst>
            <pc:docMk/>
            <pc:sldMk cId="2100751947" sldId="2147471224"/>
            <ac:picMk id="49" creationId="{748B420B-9C62-61D0-7488-1A562B7E85DE}"/>
          </ac:picMkLst>
        </pc:picChg>
        <pc:picChg chg="add mod">
          <ac:chgData name="鄭羽涵" userId="4b87d878-404f-4b80-b315-35ec66ead1dc" providerId="ADAL" clId="{74DBCC3E-F489-4DD1-8A4F-75938E553695}" dt="2024-09-24T13:23:48.424" v="1391" actId="1035"/>
          <ac:picMkLst>
            <pc:docMk/>
            <pc:sldMk cId="2100751947" sldId="2147471224"/>
            <ac:picMk id="50" creationId="{D8204817-AEB2-7CAD-DD86-7C75B3A29D13}"/>
          </ac:picMkLst>
        </pc:picChg>
        <pc:picChg chg="add mod">
          <ac:chgData name="鄭羽涵" userId="4b87d878-404f-4b80-b315-35ec66ead1dc" providerId="ADAL" clId="{74DBCC3E-F489-4DD1-8A4F-75938E553695}" dt="2024-09-24T13:23:33.090" v="1376" actId="1035"/>
          <ac:picMkLst>
            <pc:docMk/>
            <pc:sldMk cId="2100751947" sldId="2147471224"/>
            <ac:picMk id="51" creationId="{5267722E-6F3D-54AB-A3F4-5245368B5D52}"/>
          </ac:picMkLst>
        </pc:picChg>
        <pc:cxnChg chg="add mod">
          <ac:chgData name="鄭羽涵" userId="4b87d878-404f-4b80-b315-35ec66ead1dc" providerId="ADAL" clId="{74DBCC3E-F489-4DD1-8A4F-75938E553695}" dt="2024-09-24T13:12:40.415" v="1196" actId="13822"/>
          <ac:cxnSpMkLst>
            <pc:docMk/>
            <pc:sldMk cId="2100751947" sldId="2147471224"/>
            <ac:cxnSpMk id="17" creationId="{BBE5F564-C810-F719-31F3-1C8AD32A318C}"/>
          </ac:cxnSpMkLst>
        </pc:cxnChg>
        <pc:cxnChg chg="add mod">
          <ac:chgData name="鄭羽涵" userId="4b87d878-404f-4b80-b315-35ec66ead1dc" providerId="ADAL" clId="{74DBCC3E-F489-4DD1-8A4F-75938E553695}" dt="2024-09-24T13:12:29.509" v="1194" actId="404"/>
          <ac:cxnSpMkLst>
            <pc:docMk/>
            <pc:sldMk cId="2100751947" sldId="2147471224"/>
            <ac:cxnSpMk id="21" creationId="{F8B879A3-D365-C4F5-3046-F145398ADBB1}"/>
          </ac:cxnSpMkLst>
        </pc:cxnChg>
        <pc:cxnChg chg="add mod">
          <ac:chgData name="鄭羽涵" userId="4b87d878-404f-4b80-b315-35ec66ead1dc" providerId="ADAL" clId="{74DBCC3E-F489-4DD1-8A4F-75938E553695}" dt="2024-09-24T13:12:31.361" v="1195" actId="255"/>
          <ac:cxnSpMkLst>
            <pc:docMk/>
            <pc:sldMk cId="2100751947" sldId="2147471224"/>
            <ac:cxnSpMk id="23" creationId="{FDA44C64-60FC-B8D7-9D2A-FAF97BDB6307}"/>
          </ac:cxnSpMkLst>
        </pc:cxnChg>
        <pc:cxnChg chg="add mod">
          <ac:chgData name="鄭羽涵" userId="4b87d878-404f-4b80-b315-35ec66ead1dc" providerId="ADAL" clId="{74DBCC3E-F489-4DD1-8A4F-75938E553695}" dt="2024-09-24T13:12:53.803" v="1200" actId="14100"/>
          <ac:cxnSpMkLst>
            <pc:docMk/>
            <pc:sldMk cId="2100751947" sldId="2147471224"/>
            <ac:cxnSpMk id="26" creationId="{93C734EF-89DF-9F3E-8116-35651A36DF7A}"/>
          </ac:cxnSpMkLst>
        </pc:cxnChg>
        <pc:cxnChg chg="add del mod">
          <ac:chgData name="鄭羽涵" userId="4b87d878-404f-4b80-b315-35ec66ead1dc" providerId="ADAL" clId="{74DBCC3E-F489-4DD1-8A4F-75938E553695}" dt="2024-09-24T13:18:30.414" v="1300" actId="478"/>
          <ac:cxnSpMkLst>
            <pc:docMk/>
            <pc:sldMk cId="2100751947" sldId="2147471224"/>
            <ac:cxnSpMk id="35" creationId="{79BF7AA5-769B-518F-62C0-436BCC54E5E7}"/>
          </ac:cxnSpMkLst>
        </pc:cxnChg>
        <pc:cxnChg chg="add del mod">
          <ac:chgData name="鄭羽涵" userId="4b87d878-404f-4b80-b315-35ec66ead1dc" providerId="ADAL" clId="{74DBCC3E-F489-4DD1-8A4F-75938E553695}" dt="2024-09-24T13:18:23.196" v="1298" actId="478"/>
          <ac:cxnSpMkLst>
            <pc:docMk/>
            <pc:sldMk cId="2100751947" sldId="2147471224"/>
            <ac:cxnSpMk id="37" creationId="{DA198E49-EB36-6289-F641-61248BC55735}"/>
          </ac:cxnSpMkLst>
        </pc:cxnChg>
        <pc:cxnChg chg="add del mod">
          <ac:chgData name="鄭羽涵" userId="4b87d878-404f-4b80-b315-35ec66ead1dc" providerId="ADAL" clId="{74DBCC3E-F489-4DD1-8A4F-75938E553695}" dt="2024-09-24T13:18:32.271" v="1301" actId="478"/>
          <ac:cxnSpMkLst>
            <pc:docMk/>
            <pc:sldMk cId="2100751947" sldId="2147471224"/>
            <ac:cxnSpMk id="43" creationId="{04F2F7A3-A645-858A-4917-A12FF23D7193}"/>
          </ac:cxnSpMkLst>
        </pc:cxnChg>
        <pc:cxnChg chg="add mod">
          <ac:chgData name="鄭羽涵" userId="4b87d878-404f-4b80-b315-35ec66ead1dc" providerId="ADAL" clId="{74DBCC3E-F489-4DD1-8A4F-75938E553695}" dt="2024-09-24T13:23:59.328" v="1393" actId="14100"/>
          <ac:cxnSpMkLst>
            <pc:docMk/>
            <pc:sldMk cId="2100751947" sldId="2147471224"/>
            <ac:cxnSpMk id="53" creationId="{8CCF57E7-8B67-168E-7904-CB6414645D04}"/>
          </ac:cxnSpMkLst>
        </pc:cxnChg>
        <pc:cxnChg chg="add mod">
          <ac:chgData name="鄭羽涵" userId="4b87d878-404f-4b80-b315-35ec66ead1dc" providerId="ADAL" clId="{74DBCC3E-F489-4DD1-8A4F-75938E553695}" dt="2024-09-24T13:23:48.424" v="1391" actId="1035"/>
          <ac:cxnSpMkLst>
            <pc:docMk/>
            <pc:sldMk cId="2100751947" sldId="2147471224"/>
            <ac:cxnSpMk id="55" creationId="{FAC16117-86B6-E9CE-5AF4-DD0EFD6FE99A}"/>
          </ac:cxnSpMkLst>
        </pc:cxnChg>
        <pc:cxnChg chg="add mod">
          <ac:chgData name="鄭羽涵" userId="4b87d878-404f-4b80-b315-35ec66ead1dc" providerId="ADAL" clId="{74DBCC3E-F489-4DD1-8A4F-75938E553695}" dt="2024-09-24T13:23:33.090" v="1376" actId="1035"/>
          <ac:cxnSpMkLst>
            <pc:docMk/>
            <pc:sldMk cId="2100751947" sldId="2147471224"/>
            <ac:cxnSpMk id="58" creationId="{A3F5996E-B24E-83F9-25F9-DE31E6DF3A62}"/>
          </ac:cxnSpMkLst>
        </pc:cxnChg>
      </pc:sldChg>
      <pc:sldChg chg="addSp delSp modSp new mod">
        <pc:chgData name="鄭羽涵" userId="4b87d878-404f-4b80-b315-35ec66ead1dc" providerId="ADAL" clId="{74DBCC3E-F489-4DD1-8A4F-75938E553695}" dt="2024-09-27T12:22:46.951" v="3235" actId="1076"/>
        <pc:sldMkLst>
          <pc:docMk/>
          <pc:sldMk cId="2768909648" sldId="2147471225"/>
        </pc:sldMkLst>
        <pc:spChg chg="add del mod">
          <ac:chgData name="鄭羽涵" userId="4b87d878-404f-4b80-b315-35ec66ead1dc" providerId="ADAL" clId="{74DBCC3E-F489-4DD1-8A4F-75938E553695}" dt="2024-09-27T12:22:34.236" v="3228" actId="478"/>
          <ac:spMkLst>
            <pc:docMk/>
            <pc:sldMk cId="2768909648" sldId="2147471225"/>
            <ac:spMk id="2" creationId="{48C30B71-A33F-B034-8E2B-0B638A237A14}"/>
          </ac:spMkLst>
        </pc:spChg>
        <pc:spChg chg="del">
          <ac:chgData name="鄭羽涵" userId="4b87d878-404f-4b80-b315-35ec66ead1dc" providerId="ADAL" clId="{74DBCC3E-F489-4DD1-8A4F-75938E553695}" dt="2024-09-25T07:51:18.302" v="1588" actId="478"/>
          <ac:spMkLst>
            <pc:docMk/>
            <pc:sldMk cId="2768909648" sldId="2147471225"/>
            <ac:spMk id="2" creationId="{4E9D6A8D-62CA-AC69-5F57-F65332D05E9F}"/>
          </ac:spMkLst>
        </pc:spChg>
        <pc:spChg chg="mod">
          <ac:chgData name="鄭羽涵" userId="4b87d878-404f-4b80-b315-35ec66ead1dc" providerId="ADAL" clId="{74DBCC3E-F489-4DD1-8A4F-75938E553695}" dt="2024-09-25T09:49:23.885" v="2068" actId="14100"/>
          <ac:spMkLst>
            <pc:docMk/>
            <pc:sldMk cId="2768909648" sldId="2147471225"/>
            <ac:spMk id="3" creationId="{B62871E7-3C66-3034-E917-E808EAD979AC}"/>
          </ac:spMkLst>
        </pc:spChg>
        <pc:spChg chg="add mod">
          <ac:chgData name="鄭羽涵" userId="4b87d878-404f-4b80-b315-35ec66ead1dc" providerId="ADAL" clId="{74DBCC3E-F489-4DD1-8A4F-75938E553695}" dt="2024-09-25T09:49:42.055" v="2069" actId="1076"/>
          <ac:spMkLst>
            <pc:docMk/>
            <pc:sldMk cId="2768909648" sldId="2147471225"/>
            <ac:spMk id="6" creationId="{36309A39-217C-FDFB-C6A6-2DA67F1EDD72}"/>
          </ac:spMkLst>
        </pc:spChg>
        <pc:spChg chg="add mod">
          <ac:chgData name="鄭羽涵" userId="4b87d878-404f-4b80-b315-35ec66ead1dc" providerId="ADAL" clId="{74DBCC3E-F489-4DD1-8A4F-75938E553695}" dt="2024-09-25T09:49:42.055" v="2069" actId="1076"/>
          <ac:spMkLst>
            <pc:docMk/>
            <pc:sldMk cId="2768909648" sldId="2147471225"/>
            <ac:spMk id="7" creationId="{692C215D-C011-446F-C2F3-514B95164CB0}"/>
          </ac:spMkLst>
        </pc:spChg>
        <pc:spChg chg="add mod">
          <ac:chgData name="鄭羽涵" userId="4b87d878-404f-4b80-b315-35ec66ead1dc" providerId="ADAL" clId="{74DBCC3E-F489-4DD1-8A4F-75938E553695}" dt="2024-09-25T09:49:42.055" v="2069" actId="1076"/>
          <ac:spMkLst>
            <pc:docMk/>
            <pc:sldMk cId="2768909648" sldId="2147471225"/>
            <ac:spMk id="8" creationId="{B673788C-2F96-A238-0085-AAA1DEA50053}"/>
          </ac:spMkLst>
        </pc:spChg>
        <pc:spChg chg="add mod">
          <ac:chgData name="鄭羽涵" userId="4b87d878-404f-4b80-b315-35ec66ead1dc" providerId="ADAL" clId="{74DBCC3E-F489-4DD1-8A4F-75938E553695}" dt="2024-09-25T09:49:42.055" v="2069" actId="1076"/>
          <ac:spMkLst>
            <pc:docMk/>
            <pc:sldMk cId="2768909648" sldId="2147471225"/>
            <ac:spMk id="9" creationId="{A3339FDD-5D9A-E766-5396-25F8642885EC}"/>
          </ac:spMkLst>
        </pc:spChg>
        <pc:spChg chg="add mod">
          <ac:chgData name="鄭羽涵" userId="4b87d878-404f-4b80-b315-35ec66ead1dc" providerId="ADAL" clId="{74DBCC3E-F489-4DD1-8A4F-75938E553695}" dt="2024-09-25T09:49:42.055" v="2069" actId="1076"/>
          <ac:spMkLst>
            <pc:docMk/>
            <pc:sldMk cId="2768909648" sldId="2147471225"/>
            <ac:spMk id="10" creationId="{3EA11F87-8B15-6411-C476-892F2FF1BA20}"/>
          </ac:spMkLst>
        </pc:spChg>
        <pc:spChg chg="add mod">
          <ac:chgData name="鄭羽涵" userId="4b87d878-404f-4b80-b315-35ec66ead1dc" providerId="ADAL" clId="{74DBCC3E-F489-4DD1-8A4F-75938E553695}" dt="2024-09-27T12:21:21.191" v="3184" actId="113"/>
          <ac:spMkLst>
            <pc:docMk/>
            <pc:sldMk cId="2768909648" sldId="2147471225"/>
            <ac:spMk id="11" creationId="{9A6300D0-91C7-2BD0-0556-CD96700024EA}"/>
          </ac:spMkLst>
        </pc:spChg>
        <pc:spChg chg="add mod">
          <ac:chgData name="鄭羽涵" userId="4b87d878-404f-4b80-b315-35ec66ead1dc" providerId="ADAL" clId="{74DBCC3E-F489-4DD1-8A4F-75938E553695}" dt="2024-09-27T12:22:46.951" v="3235" actId="1076"/>
          <ac:spMkLst>
            <pc:docMk/>
            <pc:sldMk cId="2768909648" sldId="2147471225"/>
            <ac:spMk id="12" creationId="{EF3D8EEA-EEEC-DC20-5B1B-53E16E7F3FF7}"/>
          </ac:spMkLst>
        </pc:spChg>
        <pc:graphicFrameChg chg="add mod">
          <ac:chgData name="鄭羽涵" userId="4b87d878-404f-4b80-b315-35ec66ead1dc" providerId="ADAL" clId="{74DBCC3E-F489-4DD1-8A4F-75938E553695}" dt="2024-09-25T09:49:42.055" v="2069" actId="1076"/>
          <ac:graphicFrameMkLst>
            <pc:docMk/>
            <pc:sldMk cId="2768909648" sldId="2147471225"/>
            <ac:graphicFrameMk id="5" creationId="{33BC599A-60AC-21D5-2B34-A772E62A5CDD}"/>
          </ac:graphicFrameMkLst>
        </pc:graphicFrameChg>
        <pc:picChg chg="add mod">
          <ac:chgData name="鄭羽涵" userId="4b87d878-404f-4b80-b315-35ec66ead1dc" providerId="ADAL" clId="{74DBCC3E-F489-4DD1-8A4F-75938E553695}" dt="2024-09-25T09:49:43.636" v="2070" actId="1076"/>
          <ac:picMkLst>
            <pc:docMk/>
            <pc:sldMk cId="2768909648" sldId="2147471225"/>
            <ac:picMk id="4" creationId="{D9751A57-AA7A-C269-B665-AE9492949A98}"/>
          </ac:picMkLst>
        </pc:picChg>
      </pc:sldChg>
      <pc:sldChg chg="addSp delSp modSp new mod">
        <pc:chgData name="鄭羽涵" userId="4b87d878-404f-4b80-b315-35ec66ead1dc" providerId="ADAL" clId="{74DBCC3E-F489-4DD1-8A4F-75938E553695}" dt="2024-09-27T12:21:18.116" v="3183" actId="113"/>
        <pc:sldMkLst>
          <pc:docMk/>
          <pc:sldMk cId="2766546189" sldId="2147471226"/>
        </pc:sldMkLst>
        <pc:spChg chg="mod">
          <ac:chgData name="鄭羽涵" userId="4b87d878-404f-4b80-b315-35ec66ead1dc" providerId="ADAL" clId="{74DBCC3E-F489-4DD1-8A4F-75938E553695}" dt="2024-09-27T12:21:18.116" v="3183" actId="113"/>
          <ac:spMkLst>
            <pc:docMk/>
            <pc:sldMk cId="2766546189" sldId="2147471226"/>
            <ac:spMk id="2" creationId="{3062938A-804F-2B23-83D8-5A72BF51E761}"/>
          </ac:spMkLst>
        </pc:spChg>
        <pc:spChg chg="del">
          <ac:chgData name="鄭羽涵" userId="4b87d878-404f-4b80-b315-35ec66ead1dc" providerId="ADAL" clId="{74DBCC3E-F489-4DD1-8A4F-75938E553695}" dt="2024-09-25T08:01:07.235" v="1612" actId="478"/>
          <ac:spMkLst>
            <pc:docMk/>
            <pc:sldMk cId="2766546189" sldId="2147471226"/>
            <ac:spMk id="3" creationId="{A3498C9C-FDBF-2BD1-E99D-88D1342CB8C5}"/>
          </ac:spMkLst>
        </pc:spChg>
        <pc:spChg chg="add del mod">
          <ac:chgData name="鄭羽涵" userId="4b87d878-404f-4b80-b315-35ec66ead1dc" providerId="ADAL" clId="{74DBCC3E-F489-4DD1-8A4F-75938E553695}" dt="2024-09-25T08:03:28.963" v="1635" actId="478"/>
          <ac:spMkLst>
            <pc:docMk/>
            <pc:sldMk cId="2766546189" sldId="2147471226"/>
            <ac:spMk id="6" creationId="{49231699-38E6-D757-AADF-FE002DBA36C3}"/>
          </ac:spMkLst>
        </pc:spChg>
        <pc:spChg chg="add del mod">
          <ac:chgData name="鄭羽涵" userId="4b87d878-404f-4b80-b315-35ec66ead1dc" providerId="ADAL" clId="{74DBCC3E-F489-4DD1-8A4F-75938E553695}" dt="2024-09-25T08:03:30.003" v="1636" actId="478"/>
          <ac:spMkLst>
            <pc:docMk/>
            <pc:sldMk cId="2766546189" sldId="2147471226"/>
            <ac:spMk id="7" creationId="{D0F59618-909A-121A-B7D4-EF42CD3D1AF0}"/>
          </ac:spMkLst>
        </pc:spChg>
        <pc:spChg chg="add mod">
          <ac:chgData name="鄭羽涵" userId="4b87d878-404f-4b80-b315-35ec66ead1dc" providerId="ADAL" clId="{74DBCC3E-F489-4DD1-8A4F-75938E553695}" dt="2024-09-25T08:06:25.819" v="1709" actId="1076"/>
          <ac:spMkLst>
            <pc:docMk/>
            <pc:sldMk cId="2766546189" sldId="2147471226"/>
            <ac:spMk id="8" creationId="{7B14F563-DFD3-3BCC-D8CB-BAE4408EA615}"/>
          </ac:spMkLst>
        </pc:spChg>
        <pc:spChg chg="add mod">
          <ac:chgData name="鄭羽涵" userId="4b87d878-404f-4b80-b315-35ec66ead1dc" providerId="ADAL" clId="{74DBCC3E-F489-4DD1-8A4F-75938E553695}" dt="2024-09-25T08:06:03.308" v="1699" actId="1036"/>
          <ac:spMkLst>
            <pc:docMk/>
            <pc:sldMk cId="2766546189" sldId="2147471226"/>
            <ac:spMk id="9" creationId="{302F8C9B-3808-DD44-B79B-C6A6A38133B4}"/>
          </ac:spMkLst>
        </pc:spChg>
        <pc:spChg chg="add mod">
          <ac:chgData name="鄭羽涵" userId="4b87d878-404f-4b80-b315-35ec66ead1dc" providerId="ADAL" clId="{74DBCC3E-F489-4DD1-8A4F-75938E553695}" dt="2024-09-25T08:06:47.116" v="1713" actId="208"/>
          <ac:spMkLst>
            <pc:docMk/>
            <pc:sldMk cId="2766546189" sldId="2147471226"/>
            <ac:spMk id="10" creationId="{AC067CC5-3BCA-5C1D-20BF-B79F32E9C81B}"/>
          </ac:spMkLst>
        </pc:spChg>
        <pc:spChg chg="add mod">
          <ac:chgData name="鄭羽涵" userId="4b87d878-404f-4b80-b315-35ec66ead1dc" providerId="ADAL" clId="{74DBCC3E-F489-4DD1-8A4F-75938E553695}" dt="2024-09-25T08:07:02.676" v="1716" actId="207"/>
          <ac:spMkLst>
            <pc:docMk/>
            <pc:sldMk cId="2766546189" sldId="2147471226"/>
            <ac:spMk id="11" creationId="{20061890-E0E6-6D54-90AE-586F5F025E95}"/>
          </ac:spMkLst>
        </pc:spChg>
        <pc:picChg chg="add mod">
          <ac:chgData name="鄭羽涵" userId="4b87d878-404f-4b80-b315-35ec66ead1dc" providerId="ADAL" clId="{74DBCC3E-F489-4DD1-8A4F-75938E553695}" dt="2024-09-25T08:05:46.887" v="1690" actId="1035"/>
          <ac:picMkLst>
            <pc:docMk/>
            <pc:sldMk cId="2766546189" sldId="2147471226"/>
            <ac:picMk id="4" creationId="{90E4B840-EB8B-3867-F480-031959540EDB}"/>
          </ac:picMkLst>
        </pc:picChg>
        <pc:picChg chg="add mod">
          <ac:chgData name="鄭羽涵" userId="4b87d878-404f-4b80-b315-35ec66ead1dc" providerId="ADAL" clId="{74DBCC3E-F489-4DD1-8A4F-75938E553695}" dt="2024-09-25T08:06:22.828" v="1708" actId="14100"/>
          <ac:picMkLst>
            <pc:docMk/>
            <pc:sldMk cId="2766546189" sldId="2147471226"/>
            <ac:picMk id="5" creationId="{687581CB-3F11-6657-BC9C-59904C82944A}"/>
          </ac:picMkLst>
        </pc:picChg>
      </pc:sldChg>
      <pc:sldChg chg="addSp delSp modSp new mod setBg">
        <pc:chgData name="鄭羽涵" userId="4b87d878-404f-4b80-b315-35ec66ead1dc" providerId="ADAL" clId="{74DBCC3E-F489-4DD1-8A4F-75938E553695}" dt="2024-09-27T13:29:43.931" v="3259" actId="108"/>
        <pc:sldMkLst>
          <pc:docMk/>
          <pc:sldMk cId="4262162196" sldId="2147471227"/>
        </pc:sldMkLst>
        <pc:spChg chg="del">
          <ac:chgData name="鄭羽涵" userId="4b87d878-404f-4b80-b315-35ec66ead1dc" providerId="ADAL" clId="{74DBCC3E-F489-4DD1-8A4F-75938E553695}" dt="2024-09-27T11:58:21.062" v="2658" actId="478"/>
          <ac:spMkLst>
            <pc:docMk/>
            <pc:sldMk cId="4262162196" sldId="2147471227"/>
            <ac:spMk id="2" creationId="{B9A53E04-DA66-9450-8A22-96E585C11650}"/>
          </ac:spMkLst>
        </pc:spChg>
        <pc:spChg chg="mod ord">
          <ac:chgData name="鄭羽涵" userId="4b87d878-404f-4b80-b315-35ec66ead1dc" providerId="ADAL" clId="{74DBCC3E-F489-4DD1-8A4F-75938E553695}" dt="2024-09-27T12:12:46.675" v="2887" actId="207"/>
          <ac:spMkLst>
            <pc:docMk/>
            <pc:sldMk cId="4262162196" sldId="2147471227"/>
            <ac:spMk id="3" creationId="{E7975C25-88C8-E778-736D-A8DC5305C133}"/>
          </ac:spMkLst>
        </pc:spChg>
        <pc:spChg chg="add mod">
          <ac:chgData name="鄭羽涵" userId="4b87d878-404f-4b80-b315-35ec66ead1dc" providerId="ADAL" clId="{74DBCC3E-F489-4DD1-8A4F-75938E553695}" dt="2024-09-27T13:29:43.931" v="3259" actId="108"/>
          <ac:spMkLst>
            <pc:docMk/>
            <pc:sldMk cId="4262162196" sldId="2147471227"/>
            <ac:spMk id="4" creationId="{912F7B62-ABC6-DA5F-C59C-A4546EC8BC05}"/>
          </ac:spMkLst>
        </pc:spChg>
        <pc:spChg chg="add mod">
          <ac:chgData name="鄭羽涵" userId="4b87d878-404f-4b80-b315-35ec66ead1dc" providerId="ADAL" clId="{74DBCC3E-F489-4DD1-8A4F-75938E553695}" dt="2024-09-27T12:10:27.889" v="2838" actId="20577"/>
          <ac:spMkLst>
            <pc:docMk/>
            <pc:sldMk cId="4262162196" sldId="2147471227"/>
            <ac:spMk id="7" creationId="{BB70899A-13B8-106F-4A96-4E9B1EA3947A}"/>
          </ac:spMkLst>
        </pc:spChg>
        <pc:spChg chg="add mod">
          <ac:chgData name="鄭羽涵" userId="4b87d878-404f-4b80-b315-35ec66ead1dc" providerId="ADAL" clId="{74DBCC3E-F489-4DD1-8A4F-75938E553695}" dt="2024-09-27T12:11:14.229" v="2849" actId="1036"/>
          <ac:spMkLst>
            <pc:docMk/>
            <pc:sldMk cId="4262162196" sldId="2147471227"/>
            <ac:spMk id="10" creationId="{2FD93412-AF89-EB29-6E4D-F3BC2C392FDC}"/>
          </ac:spMkLst>
        </pc:spChg>
        <pc:spChg chg="add del">
          <ac:chgData name="鄭羽涵" userId="4b87d878-404f-4b80-b315-35ec66ead1dc" providerId="ADAL" clId="{74DBCC3E-F489-4DD1-8A4F-75938E553695}" dt="2024-09-27T12:02:50.989" v="2666" actId="26606"/>
          <ac:spMkLst>
            <pc:docMk/>
            <pc:sldMk cId="4262162196" sldId="2147471227"/>
            <ac:spMk id="11" creationId="{058A14AF-9FB5-4CC7-BA35-E8E85D3EDF0E}"/>
          </ac:spMkLst>
        </pc:spChg>
        <pc:spChg chg="add del">
          <ac:chgData name="鄭羽涵" userId="4b87d878-404f-4b80-b315-35ec66ead1dc" providerId="ADAL" clId="{74DBCC3E-F489-4DD1-8A4F-75938E553695}" dt="2024-09-27T12:02:50.989" v="2666" actId="26606"/>
          <ac:spMkLst>
            <pc:docMk/>
            <pc:sldMk cId="4262162196" sldId="2147471227"/>
            <ac:spMk id="13" creationId="{3A9A4357-BD1D-4622-A4FE-766E6AB8DE84}"/>
          </ac:spMkLst>
        </pc:spChg>
        <pc:spChg chg="add del">
          <ac:chgData name="鄭羽涵" userId="4b87d878-404f-4b80-b315-35ec66ead1dc" providerId="ADAL" clId="{74DBCC3E-F489-4DD1-8A4F-75938E553695}" dt="2024-09-27T12:02:50.989" v="2666" actId="26606"/>
          <ac:spMkLst>
            <pc:docMk/>
            <pc:sldMk cId="4262162196" sldId="2147471227"/>
            <ac:spMk id="15" creationId="{E659831F-0D9A-4C63-9EBB-8435B85A440F}"/>
          </ac:spMkLst>
        </pc:spChg>
        <pc:spChg chg="add mod">
          <ac:chgData name="鄭羽涵" userId="4b87d878-404f-4b80-b315-35ec66ead1dc" providerId="ADAL" clId="{74DBCC3E-F489-4DD1-8A4F-75938E553695}" dt="2024-09-27T12:10:25.482" v="2835" actId="20577"/>
          <ac:spMkLst>
            <pc:docMk/>
            <pc:sldMk cId="4262162196" sldId="2147471227"/>
            <ac:spMk id="16" creationId="{69B511BD-46CC-A816-20BC-22E08421E0FC}"/>
          </ac:spMkLst>
        </pc:spChg>
        <pc:spChg chg="add del">
          <ac:chgData name="鄭羽涵" userId="4b87d878-404f-4b80-b315-35ec66ead1dc" providerId="ADAL" clId="{74DBCC3E-F489-4DD1-8A4F-75938E553695}" dt="2024-09-27T12:02:50.989" v="2666" actId="26606"/>
          <ac:spMkLst>
            <pc:docMk/>
            <pc:sldMk cId="4262162196" sldId="2147471227"/>
            <ac:spMk id="17" creationId="{E6995CE5-F890-4ABA-82A2-26507CE8D2A3}"/>
          </ac:spMkLst>
        </pc:spChg>
        <pc:spChg chg="add mod">
          <ac:chgData name="鄭羽涵" userId="4b87d878-404f-4b80-b315-35ec66ead1dc" providerId="ADAL" clId="{74DBCC3E-F489-4DD1-8A4F-75938E553695}" dt="2024-09-27T12:18:29.637" v="3088" actId="1076"/>
          <ac:spMkLst>
            <pc:docMk/>
            <pc:sldMk cId="4262162196" sldId="2147471227"/>
            <ac:spMk id="18" creationId="{11E2C65C-15CB-E769-6CF5-4D08F74C9915}"/>
          </ac:spMkLst>
        </pc:spChg>
        <pc:picChg chg="add mod modCrop">
          <ac:chgData name="鄭羽涵" userId="4b87d878-404f-4b80-b315-35ec66ead1dc" providerId="ADAL" clId="{74DBCC3E-F489-4DD1-8A4F-75938E553695}" dt="2024-09-27T12:08:36.858" v="2804" actId="1076"/>
          <ac:picMkLst>
            <pc:docMk/>
            <pc:sldMk cId="4262162196" sldId="2147471227"/>
            <ac:picMk id="6" creationId="{C84E9E72-7030-52D0-12DA-519F107AC809}"/>
          </ac:picMkLst>
        </pc:picChg>
        <pc:picChg chg="add mod">
          <ac:chgData name="鄭羽涵" userId="4b87d878-404f-4b80-b315-35ec66ead1dc" providerId="ADAL" clId="{74DBCC3E-F489-4DD1-8A4F-75938E553695}" dt="2024-09-27T12:11:08.838" v="2844" actId="1076"/>
          <ac:picMkLst>
            <pc:docMk/>
            <pc:sldMk cId="4262162196" sldId="2147471227"/>
            <ac:picMk id="9" creationId="{4153CE80-2016-E74F-A14A-2D467370ADE4}"/>
          </ac:picMkLst>
        </pc:picChg>
        <pc:picChg chg="add mod">
          <ac:chgData name="鄭羽涵" userId="4b87d878-404f-4b80-b315-35ec66ead1dc" providerId="ADAL" clId="{74DBCC3E-F489-4DD1-8A4F-75938E553695}" dt="2024-09-27T12:10:37.450" v="2841" actId="14100"/>
          <ac:picMkLst>
            <pc:docMk/>
            <pc:sldMk cId="4262162196" sldId="2147471227"/>
            <ac:picMk id="14" creationId="{66DC51EE-B092-CB4C-3B73-8CCEA150687F}"/>
          </ac:picMkLst>
        </pc:picChg>
        <pc:cxnChg chg="add mod">
          <ac:chgData name="鄭羽涵" userId="4b87d878-404f-4b80-b315-35ec66ead1dc" providerId="ADAL" clId="{74DBCC3E-F489-4DD1-8A4F-75938E553695}" dt="2024-09-27T12:18:34.386" v="3090" actId="14100"/>
          <ac:cxnSpMkLst>
            <pc:docMk/>
            <pc:sldMk cId="4262162196" sldId="2147471227"/>
            <ac:cxnSpMk id="20" creationId="{2E0A0A06-5F17-8E40-85C0-B06954C40C73}"/>
          </ac:cxnSpMkLst>
        </pc:cxnChg>
      </pc:sldChg>
      <pc:sldChg chg="modSp new del mod">
        <pc:chgData name="鄭羽涵" userId="4b87d878-404f-4b80-b315-35ec66ead1dc" providerId="ADAL" clId="{74DBCC3E-F489-4DD1-8A4F-75938E553695}" dt="2024-09-27T10:14:17.552" v="2485" actId="2696"/>
        <pc:sldMkLst>
          <pc:docMk/>
          <pc:sldMk cId="3975707755" sldId="2147471228"/>
        </pc:sldMkLst>
        <pc:spChg chg="mod">
          <ac:chgData name="鄭羽涵" userId="4b87d878-404f-4b80-b315-35ec66ead1dc" providerId="ADAL" clId="{74DBCC3E-F489-4DD1-8A4F-75938E553695}" dt="2024-09-27T07:51:58.150" v="2440" actId="20577"/>
          <ac:spMkLst>
            <pc:docMk/>
            <pc:sldMk cId="3975707755" sldId="2147471228"/>
            <ac:spMk id="2" creationId="{E6227645-AEF1-7E54-95ED-C3840DDCB5FB}"/>
          </ac:spMkLst>
        </pc:spChg>
        <pc:spChg chg="mod">
          <ac:chgData name="鄭羽涵" userId="4b87d878-404f-4b80-b315-35ec66ead1dc" providerId="ADAL" clId="{74DBCC3E-F489-4DD1-8A4F-75938E553695}" dt="2024-09-27T10:14:10.298" v="2484" actId="403"/>
          <ac:spMkLst>
            <pc:docMk/>
            <pc:sldMk cId="3975707755" sldId="2147471228"/>
            <ac:spMk id="3" creationId="{11C415F0-8E0F-A632-4338-666252483CE9}"/>
          </ac:spMkLst>
        </pc:spChg>
      </pc:sldChg>
      <pc:sldChg chg="modSp new del mod ord">
        <pc:chgData name="鄭羽涵" userId="4b87d878-404f-4b80-b315-35ec66ead1dc" providerId="ADAL" clId="{74DBCC3E-F489-4DD1-8A4F-75938E553695}" dt="2024-09-30T03:03:20.717" v="3767" actId="2696"/>
        <pc:sldMkLst>
          <pc:docMk/>
          <pc:sldMk cId="4048610495" sldId="2147471228"/>
        </pc:sldMkLst>
        <pc:spChg chg="mod">
          <ac:chgData name="鄭羽涵" userId="4b87d878-404f-4b80-b315-35ec66ead1dc" providerId="ADAL" clId="{74DBCC3E-F489-4DD1-8A4F-75938E553695}" dt="2024-09-30T02:44:24.720" v="3630" actId="20577"/>
          <ac:spMkLst>
            <pc:docMk/>
            <pc:sldMk cId="4048610495" sldId="2147471228"/>
            <ac:spMk id="2" creationId="{76B42BCA-E6A3-0E47-C607-09B5B6237B4C}"/>
          </ac:spMkLst>
        </pc:spChg>
      </pc:sldChg>
      <pc:sldChg chg="addSp delSp modSp new mod">
        <pc:chgData name="鄭羽涵" userId="4b87d878-404f-4b80-b315-35ec66ead1dc" providerId="ADAL" clId="{74DBCC3E-F489-4DD1-8A4F-75938E553695}" dt="2024-09-27T14:11:51.387" v="3570" actId="20577"/>
        <pc:sldMkLst>
          <pc:docMk/>
          <pc:sldMk cId="686541918" sldId="2147471229"/>
        </pc:sldMkLst>
        <pc:spChg chg="mod">
          <ac:chgData name="鄭羽涵" userId="4b87d878-404f-4b80-b315-35ec66ead1dc" providerId="ADAL" clId="{74DBCC3E-F489-4DD1-8A4F-75938E553695}" dt="2024-09-27T12:20:07.749" v="3151" actId="14100"/>
          <ac:spMkLst>
            <pc:docMk/>
            <pc:sldMk cId="686541918" sldId="2147471229"/>
            <ac:spMk id="2" creationId="{91AF9546-B1EC-BE3A-56A6-331BD1E30523}"/>
          </ac:spMkLst>
        </pc:spChg>
        <pc:spChg chg="del mod">
          <ac:chgData name="鄭羽涵" userId="4b87d878-404f-4b80-b315-35ec66ead1dc" providerId="ADAL" clId="{74DBCC3E-F489-4DD1-8A4F-75938E553695}" dt="2024-09-27T13:59:09.917" v="3406" actId="22"/>
          <ac:spMkLst>
            <pc:docMk/>
            <pc:sldMk cId="686541918" sldId="2147471229"/>
            <ac:spMk id="3" creationId="{9D96D9C4-B9C3-79FE-8E8F-0D2D07062AEC}"/>
          </ac:spMkLst>
        </pc:spChg>
        <pc:spChg chg="add mod">
          <ac:chgData name="鄭羽涵" userId="4b87d878-404f-4b80-b315-35ec66ead1dc" providerId="ADAL" clId="{74DBCC3E-F489-4DD1-8A4F-75938E553695}" dt="2024-09-27T14:11:51.387" v="3570" actId="20577"/>
          <ac:spMkLst>
            <pc:docMk/>
            <pc:sldMk cId="686541918" sldId="2147471229"/>
            <ac:spMk id="6" creationId="{2AAB6184-D93D-657F-A8D9-4AF9370A2BCC}"/>
          </ac:spMkLst>
        </pc:spChg>
        <pc:picChg chg="add mod ord">
          <ac:chgData name="鄭羽涵" userId="4b87d878-404f-4b80-b315-35ec66ead1dc" providerId="ADAL" clId="{74DBCC3E-F489-4DD1-8A4F-75938E553695}" dt="2024-09-27T14:05:56.850" v="3412" actId="1076"/>
          <ac:picMkLst>
            <pc:docMk/>
            <pc:sldMk cId="686541918" sldId="2147471229"/>
            <ac:picMk id="5" creationId="{83E7A142-5048-0C71-2A36-66C564E9A18B}"/>
          </ac:picMkLst>
        </pc:picChg>
      </pc:sldChg>
      <pc:sldChg chg="modSp new mod">
        <pc:chgData name="鄭羽涵" userId="4b87d878-404f-4b80-b315-35ec66ead1dc" providerId="ADAL" clId="{74DBCC3E-F489-4DD1-8A4F-75938E553695}" dt="2024-09-30T03:04:00.511" v="3772" actId="20577"/>
        <pc:sldMkLst>
          <pc:docMk/>
          <pc:sldMk cId="3303930966" sldId="2147471230"/>
        </pc:sldMkLst>
        <pc:spChg chg="mod">
          <ac:chgData name="鄭羽涵" userId="4b87d878-404f-4b80-b315-35ec66ead1dc" providerId="ADAL" clId="{74DBCC3E-F489-4DD1-8A4F-75938E553695}" dt="2024-09-30T02:44:18.251" v="3626" actId="20577"/>
          <ac:spMkLst>
            <pc:docMk/>
            <pc:sldMk cId="3303930966" sldId="2147471230"/>
            <ac:spMk id="2" creationId="{D56B0FD7-A434-CBCF-C3AB-234D1F7DA011}"/>
          </ac:spMkLst>
        </pc:spChg>
        <pc:spChg chg="mod">
          <ac:chgData name="鄭羽涵" userId="4b87d878-404f-4b80-b315-35ec66ead1dc" providerId="ADAL" clId="{74DBCC3E-F489-4DD1-8A4F-75938E553695}" dt="2024-09-30T03:04:00.511" v="3772" actId="20577"/>
          <ac:spMkLst>
            <pc:docMk/>
            <pc:sldMk cId="3303930966" sldId="2147471230"/>
            <ac:spMk id="3" creationId="{4E76F7EE-1C42-6D35-7F40-D8E14E1535A8}"/>
          </ac:spMkLst>
        </pc:spChg>
      </pc:sldChg>
      <pc:sldChg chg="addSp delSp modSp new mod">
        <pc:chgData name="鄭羽涵" userId="4b87d878-404f-4b80-b315-35ec66ead1dc" providerId="ADAL" clId="{74DBCC3E-F489-4DD1-8A4F-75938E553695}" dt="2024-09-30T03:01:23.145" v="3765" actId="1076"/>
        <pc:sldMkLst>
          <pc:docMk/>
          <pc:sldMk cId="2506343258" sldId="2147471231"/>
        </pc:sldMkLst>
        <pc:spChg chg="mod">
          <ac:chgData name="鄭羽涵" userId="4b87d878-404f-4b80-b315-35ec66ead1dc" providerId="ADAL" clId="{74DBCC3E-F489-4DD1-8A4F-75938E553695}" dt="2024-09-27T13:29:56.462" v="3263" actId="1076"/>
          <ac:spMkLst>
            <pc:docMk/>
            <pc:sldMk cId="2506343258" sldId="2147471231"/>
            <ac:spMk id="2" creationId="{6DF4F873-6FCE-A584-EB56-6C704482CB71}"/>
          </ac:spMkLst>
        </pc:spChg>
        <pc:spChg chg="mod">
          <ac:chgData name="鄭羽涵" userId="4b87d878-404f-4b80-b315-35ec66ead1dc" providerId="ADAL" clId="{74DBCC3E-F489-4DD1-8A4F-75938E553695}" dt="2024-09-30T03:01:17.817" v="3764" actId="27636"/>
          <ac:spMkLst>
            <pc:docMk/>
            <pc:sldMk cId="2506343258" sldId="2147471231"/>
            <ac:spMk id="3" creationId="{90AC6BC9-037C-7B3B-5AD7-A9795C164EF0}"/>
          </ac:spMkLst>
        </pc:spChg>
        <pc:spChg chg="del">
          <ac:chgData name="鄭羽涵" userId="4b87d878-404f-4b80-b315-35ec66ead1dc" providerId="ADAL" clId="{74DBCC3E-F489-4DD1-8A4F-75938E553695}" dt="2024-09-30T02:59:28.835" v="3759" actId="478"/>
          <ac:spMkLst>
            <pc:docMk/>
            <pc:sldMk cId="2506343258" sldId="2147471231"/>
            <ac:spMk id="4" creationId="{68B3CDF8-27BE-E22A-3727-815CE1D4A1BE}"/>
          </ac:spMkLst>
        </pc:spChg>
        <pc:picChg chg="add del mod modCrop">
          <ac:chgData name="鄭羽涵" userId="4b87d878-404f-4b80-b315-35ec66ead1dc" providerId="ADAL" clId="{74DBCC3E-F489-4DD1-8A4F-75938E553695}" dt="2024-09-30T02:55:49.167" v="3742" actId="478"/>
          <ac:picMkLst>
            <pc:docMk/>
            <pc:sldMk cId="2506343258" sldId="2147471231"/>
            <ac:picMk id="6" creationId="{8327EDCA-2384-5B90-9970-B05A712E755A}"/>
          </ac:picMkLst>
        </pc:picChg>
        <pc:picChg chg="add mod ord modCrop">
          <ac:chgData name="鄭羽涵" userId="4b87d878-404f-4b80-b315-35ec66ead1dc" providerId="ADAL" clId="{74DBCC3E-F489-4DD1-8A4F-75938E553695}" dt="2024-09-30T03:01:23.145" v="3765" actId="1076"/>
          <ac:picMkLst>
            <pc:docMk/>
            <pc:sldMk cId="2506343258" sldId="2147471231"/>
            <ac:picMk id="8" creationId="{FB0154D7-3149-FD57-F791-2B0A35A8F1AD}"/>
          </ac:picMkLst>
        </pc:picChg>
      </pc:sldChg>
      <pc:sldChg chg="del">
        <pc:chgData name="鄭羽涵" userId="4b87d878-404f-4b80-b315-35ec66ead1dc" providerId="ADAL" clId="{74DBCC3E-F489-4DD1-8A4F-75938E553695}" dt="2024-09-30T02:47:49.842" v="3655" actId="2696"/>
        <pc:sldMkLst>
          <pc:docMk/>
          <pc:sldMk cId="1251867167" sldId="2147471232"/>
        </pc:sldMkLst>
      </pc:sldChg>
      <pc:sldMasterChg chg="setBg delSldLayout modSldLayout">
        <pc:chgData name="鄭羽涵" userId="4b87d878-404f-4b80-b315-35ec66ead1dc" providerId="ADAL" clId="{74DBCC3E-F489-4DD1-8A4F-75938E553695}" dt="2024-09-30T02:38:53.306" v="3593"/>
        <pc:sldMasterMkLst>
          <pc:docMk/>
          <pc:sldMasterMk cId="88535056" sldId="2147483648"/>
        </pc:sldMasterMkLst>
        <pc:sldLayoutChg chg="setBg">
          <pc:chgData name="鄭羽涵" userId="4b87d878-404f-4b80-b315-35ec66ead1dc" providerId="ADAL" clId="{74DBCC3E-F489-4DD1-8A4F-75938E553695}" dt="2024-09-30T02:38:53.306" v="3593"/>
          <pc:sldLayoutMkLst>
            <pc:docMk/>
            <pc:sldMasterMk cId="88535056" sldId="2147483648"/>
            <pc:sldLayoutMk cId="2016087315" sldId="2147483649"/>
          </pc:sldLayoutMkLst>
        </pc:sldLayoutChg>
        <pc:sldLayoutChg chg="setBg">
          <pc:chgData name="鄭羽涵" userId="4b87d878-404f-4b80-b315-35ec66ead1dc" providerId="ADAL" clId="{74DBCC3E-F489-4DD1-8A4F-75938E553695}" dt="2024-09-30T02:38:53.306" v="3593"/>
          <pc:sldLayoutMkLst>
            <pc:docMk/>
            <pc:sldMasterMk cId="88535056" sldId="2147483648"/>
            <pc:sldLayoutMk cId="4005206758" sldId="2147483650"/>
          </pc:sldLayoutMkLst>
        </pc:sldLayoutChg>
        <pc:sldLayoutChg chg="setBg">
          <pc:chgData name="鄭羽涵" userId="4b87d878-404f-4b80-b315-35ec66ead1dc" providerId="ADAL" clId="{74DBCC3E-F489-4DD1-8A4F-75938E553695}" dt="2024-09-30T02:38:53.306" v="3593"/>
          <pc:sldLayoutMkLst>
            <pc:docMk/>
            <pc:sldMasterMk cId="88535056" sldId="2147483648"/>
            <pc:sldLayoutMk cId="728469834" sldId="2147483651"/>
          </pc:sldLayoutMkLst>
        </pc:sldLayoutChg>
        <pc:sldLayoutChg chg="setBg">
          <pc:chgData name="鄭羽涵" userId="4b87d878-404f-4b80-b315-35ec66ead1dc" providerId="ADAL" clId="{74DBCC3E-F489-4DD1-8A4F-75938E553695}" dt="2024-09-30T02:38:53.306" v="3593"/>
          <pc:sldLayoutMkLst>
            <pc:docMk/>
            <pc:sldMasterMk cId="88535056" sldId="2147483648"/>
            <pc:sldLayoutMk cId="3236732372" sldId="2147483652"/>
          </pc:sldLayoutMkLst>
        </pc:sldLayoutChg>
        <pc:sldLayoutChg chg="setBg">
          <pc:chgData name="鄭羽涵" userId="4b87d878-404f-4b80-b315-35ec66ead1dc" providerId="ADAL" clId="{74DBCC3E-F489-4DD1-8A4F-75938E553695}" dt="2024-09-30T02:38:53.306" v="3593"/>
          <pc:sldLayoutMkLst>
            <pc:docMk/>
            <pc:sldMasterMk cId="88535056" sldId="2147483648"/>
            <pc:sldLayoutMk cId="1934058665" sldId="2147483653"/>
          </pc:sldLayoutMkLst>
        </pc:sldLayoutChg>
        <pc:sldLayoutChg chg="setBg">
          <pc:chgData name="鄭羽涵" userId="4b87d878-404f-4b80-b315-35ec66ead1dc" providerId="ADAL" clId="{74DBCC3E-F489-4DD1-8A4F-75938E553695}" dt="2024-09-30T02:38:53.306" v="3593"/>
          <pc:sldLayoutMkLst>
            <pc:docMk/>
            <pc:sldMasterMk cId="88535056" sldId="2147483648"/>
            <pc:sldLayoutMk cId="2999566878" sldId="2147483654"/>
          </pc:sldLayoutMkLst>
        </pc:sldLayoutChg>
        <pc:sldLayoutChg chg="setBg">
          <pc:chgData name="鄭羽涵" userId="4b87d878-404f-4b80-b315-35ec66ead1dc" providerId="ADAL" clId="{74DBCC3E-F489-4DD1-8A4F-75938E553695}" dt="2024-09-30T02:38:53.306" v="3593"/>
          <pc:sldLayoutMkLst>
            <pc:docMk/>
            <pc:sldMasterMk cId="88535056" sldId="2147483648"/>
            <pc:sldLayoutMk cId="1605109664" sldId="2147483655"/>
          </pc:sldLayoutMkLst>
        </pc:sldLayoutChg>
        <pc:sldLayoutChg chg="setBg">
          <pc:chgData name="鄭羽涵" userId="4b87d878-404f-4b80-b315-35ec66ead1dc" providerId="ADAL" clId="{74DBCC3E-F489-4DD1-8A4F-75938E553695}" dt="2024-09-30T02:38:53.306" v="3593"/>
          <pc:sldLayoutMkLst>
            <pc:docMk/>
            <pc:sldMasterMk cId="88535056" sldId="2147483648"/>
            <pc:sldLayoutMk cId="2821385786" sldId="2147483656"/>
          </pc:sldLayoutMkLst>
        </pc:sldLayoutChg>
        <pc:sldLayoutChg chg="setBg">
          <pc:chgData name="鄭羽涵" userId="4b87d878-404f-4b80-b315-35ec66ead1dc" providerId="ADAL" clId="{74DBCC3E-F489-4DD1-8A4F-75938E553695}" dt="2024-09-30T02:38:53.306" v="3593"/>
          <pc:sldLayoutMkLst>
            <pc:docMk/>
            <pc:sldMasterMk cId="88535056" sldId="2147483648"/>
            <pc:sldLayoutMk cId="1686087085" sldId="2147483657"/>
          </pc:sldLayoutMkLst>
        </pc:sldLayoutChg>
        <pc:sldLayoutChg chg="setBg">
          <pc:chgData name="鄭羽涵" userId="4b87d878-404f-4b80-b315-35ec66ead1dc" providerId="ADAL" clId="{74DBCC3E-F489-4DD1-8A4F-75938E553695}" dt="2024-09-30T02:38:53.306" v="3593"/>
          <pc:sldLayoutMkLst>
            <pc:docMk/>
            <pc:sldMasterMk cId="88535056" sldId="2147483648"/>
            <pc:sldLayoutMk cId="2371728861" sldId="2147483658"/>
          </pc:sldLayoutMkLst>
        </pc:sldLayoutChg>
        <pc:sldLayoutChg chg="setBg">
          <pc:chgData name="鄭羽涵" userId="4b87d878-404f-4b80-b315-35ec66ead1dc" providerId="ADAL" clId="{74DBCC3E-F489-4DD1-8A4F-75938E553695}" dt="2024-09-30T02:38:53.306" v="3593"/>
          <pc:sldLayoutMkLst>
            <pc:docMk/>
            <pc:sldMasterMk cId="88535056" sldId="2147483648"/>
            <pc:sldLayoutMk cId="1211290078" sldId="2147483659"/>
          </pc:sldLayoutMkLst>
        </pc:sldLayoutChg>
        <pc:sldLayoutChg chg="del">
          <pc:chgData name="鄭羽涵" userId="4b87d878-404f-4b80-b315-35ec66ead1dc" providerId="ADAL" clId="{74DBCC3E-F489-4DD1-8A4F-75938E553695}" dt="2024-09-24T03:13:49.431" v="481" actId="2696"/>
          <pc:sldLayoutMkLst>
            <pc:docMk/>
            <pc:sldMasterMk cId="88535056" sldId="2147483648"/>
            <pc:sldLayoutMk cId="1298048600" sldId="2147483660"/>
          </pc:sldLayoutMkLst>
        </pc:sldLayoutChg>
      </pc:sldMasterChg>
    </pc:docChg>
  </pc:docChgLst>
  <pc:docChgLst>
    <pc:chgData name="鄭羽涵" userId="4b87d878-404f-4b80-b315-35ec66ead1dc" providerId="ADAL" clId="{B61D053A-369C-D14C-8AA3-2C42FBAAC8E7}"/>
    <pc:docChg chg="custSel addSld modSld">
      <pc:chgData name="鄭羽涵" userId="4b87d878-404f-4b80-b315-35ec66ead1dc" providerId="ADAL" clId="{B61D053A-369C-D14C-8AA3-2C42FBAAC8E7}" dt="2024-09-29T16:32:54.697" v="300" actId="20577"/>
      <pc:docMkLst>
        <pc:docMk/>
      </pc:docMkLst>
      <pc:sldChg chg="addSp modSp mod">
        <pc:chgData name="鄭羽涵" userId="4b87d878-404f-4b80-b315-35ec66ead1dc" providerId="ADAL" clId="{B61D053A-369C-D14C-8AA3-2C42FBAAC8E7}" dt="2024-09-29T16:20:03.949" v="260" actId="1076"/>
        <pc:sldMkLst>
          <pc:docMk/>
          <pc:sldMk cId="686541918" sldId="2147471229"/>
        </pc:sldMkLst>
        <pc:spChg chg="mod">
          <ac:chgData name="鄭羽涵" userId="4b87d878-404f-4b80-b315-35ec66ead1dc" providerId="ADAL" clId="{B61D053A-369C-D14C-8AA3-2C42FBAAC8E7}" dt="2024-09-29T16:19:17.241" v="257" actId="20577"/>
          <ac:spMkLst>
            <pc:docMk/>
            <pc:sldMk cId="686541918" sldId="2147471229"/>
            <ac:spMk id="2" creationId="{91AF9546-B1EC-BE3A-56A6-331BD1E30523}"/>
          </ac:spMkLst>
        </pc:spChg>
        <pc:spChg chg="mod">
          <ac:chgData name="鄭羽涵" userId="4b87d878-404f-4b80-b315-35ec66ead1dc" providerId="ADAL" clId="{B61D053A-369C-D14C-8AA3-2C42FBAAC8E7}" dt="2024-09-29T16:19:12.951" v="246" actId="20577"/>
          <ac:spMkLst>
            <pc:docMk/>
            <pc:sldMk cId="686541918" sldId="2147471229"/>
            <ac:spMk id="6" creationId="{2AAB6184-D93D-657F-A8D9-4AF9370A2BCC}"/>
          </ac:spMkLst>
        </pc:spChg>
        <pc:graphicFrameChg chg="add mod modGraphic">
          <ac:chgData name="鄭羽涵" userId="4b87d878-404f-4b80-b315-35ec66ead1dc" providerId="ADAL" clId="{B61D053A-369C-D14C-8AA3-2C42FBAAC8E7}" dt="2024-09-29T16:20:03.949" v="260" actId="1076"/>
          <ac:graphicFrameMkLst>
            <pc:docMk/>
            <pc:sldMk cId="686541918" sldId="2147471229"/>
            <ac:graphicFrameMk id="3" creationId="{39C413E0-57A1-7B93-0E43-BA8FFB2469D4}"/>
          </ac:graphicFrameMkLst>
        </pc:graphicFrameChg>
        <pc:picChg chg="mod">
          <ac:chgData name="鄭羽涵" userId="4b87d878-404f-4b80-b315-35ec66ead1dc" providerId="ADAL" clId="{B61D053A-369C-D14C-8AA3-2C42FBAAC8E7}" dt="2024-09-29T16:16:13.748" v="75" actId="1076"/>
          <ac:picMkLst>
            <pc:docMk/>
            <pc:sldMk cId="686541918" sldId="2147471229"/>
            <ac:picMk id="5" creationId="{83E7A142-5048-0C71-2A36-66C564E9A18B}"/>
          </ac:picMkLst>
        </pc:picChg>
      </pc:sldChg>
      <pc:sldChg chg="modSp mod">
        <pc:chgData name="鄭羽涵" userId="4b87d878-404f-4b80-b315-35ec66ead1dc" providerId="ADAL" clId="{B61D053A-369C-D14C-8AA3-2C42FBAAC8E7}" dt="2024-09-29T16:17:04.946" v="105" actId="404"/>
        <pc:sldMkLst>
          <pc:docMk/>
          <pc:sldMk cId="3303930966" sldId="2147471230"/>
        </pc:sldMkLst>
        <pc:spChg chg="mod">
          <ac:chgData name="鄭羽涵" userId="4b87d878-404f-4b80-b315-35ec66ead1dc" providerId="ADAL" clId="{B61D053A-369C-D14C-8AA3-2C42FBAAC8E7}" dt="2024-09-29T16:17:04.946" v="105" actId="404"/>
          <ac:spMkLst>
            <pc:docMk/>
            <pc:sldMk cId="3303930966" sldId="2147471230"/>
            <ac:spMk id="2" creationId="{D56B0FD7-A434-CBCF-C3AB-234D1F7DA011}"/>
          </ac:spMkLst>
        </pc:spChg>
        <pc:spChg chg="mod">
          <ac:chgData name="鄭羽涵" userId="4b87d878-404f-4b80-b315-35ec66ead1dc" providerId="ADAL" clId="{B61D053A-369C-D14C-8AA3-2C42FBAAC8E7}" dt="2024-09-29T16:16:57.995" v="104" actId="403"/>
          <ac:spMkLst>
            <pc:docMk/>
            <pc:sldMk cId="3303930966" sldId="2147471230"/>
            <ac:spMk id="3" creationId="{4E76F7EE-1C42-6D35-7F40-D8E14E1535A8}"/>
          </ac:spMkLst>
        </pc:spChg>
      </pc:sldChg>
      <pc:sldChg chg="addSp modSp mod">
        <pc:chgData name="鄭羽涵" userId="4b87d878-404f-4b80-b315-35ec66ead1dc" providerId="ADAL" clId="{B61D053A-369C-D14C-8AA3-2C42FBAAC8E7}" dt="2024-09-29T16:32:54.697" v="300" actId="20577"/>
        <pc:sldMkLst>
          <pc:docMk/>
          <pc:sldMk cId="2506343258" sldId="2147471231"/>
        </pc:sldMkLst>
        <pc:spChg chg="mod">
          <ac:chgData name="鄭羽涵" userId="4b87d878-404f-4b80-b315-35ec66ead1dc" providerId="ADAL" clId="{B61D053A-369C-D14C-8AA3-2C42FBAAC8E7}" dt="2024-09-29T16:32:54.697" v="300" actId="20577"/>
          <ac:spMkLst>
            <pc:docMk/>
            <pc:sldMk cId="2506343258" sldId="2147471231"/>
            <ac:spMk id="3" creationId="{90AC6BC9-037C-7B3B-5AD7-A9795C164EF0}"/>
          </ac:spMkLst>
        </pc:spChg>
        <pc:spChg chg="add mod">
          <ac:chgData name="鄭羽涵" userId="4b87d878-404f-4b80-b315-35ec66ead1dc" providerId="ADAL" clId="{B61D053A-369C-D14C-8AA3-2C42FBAAC8E7}" dt="2024-09-29T16:32:41.174" v="299" actId="207"/>
          <ac:spMkLst>
            <pc:docMk/>
            <pc:sldMk cId="2506343258" sldId="2147471231"/>
            <ac:spMk id="4" creationId="{68B3CDF8-27BE-E22A-3727-815CE1D4A1BE}"/>
          </ac:spMkLst>
        </pc:spChg>
      </pc:sldChg>
      <pc:sldChg chg="modSp new mod">
        <pc:chgData name="鄭羽涵" userId="4b87d878-404f-4b80-b315-35ec66ead1dc" providerId="ADAL" clId="{B61D053A-369C-D14C-8AA3-2C42FBAAC8E7}" dt="2024-09-29T14:51:00.614" v="25" actId="1035"/>
        <pc:sldMkLst>
          <pc:docMk/>
          <pc:sldMk cId="1251867167" sldId="2147471232"/>
        </pc:sldMkLst>
        <pc:spChg chg="mod">
          <ac:chgData name="鄭羽涵" userId="4b87d878-404f-4b80-b315-35ec66ead1dc" providerId="ADAL" clId="{B61D053A-369C-D14C-8AA3-2C42FBAAC8E7}" dt="2024-09-29T14:51:00.614" v="25" actId="1035"/>
          <ac:spMkLst>
            <pc:docMk/>
            <pc:sldMk cId="1251867167" sldId="2147471232"/>
            <ac:spMk id="2" creationId="{FF32B7AB-75DF-99D1-3FC4-3AB615870E9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6B8520-C944-4C15-86B2-9568C4C59CB9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B147A71C-D8B0-420B-9C5B-CE4FDE82A3D8}">
      <dgm:prSet phldrT="[文字]"/>
      <dgm:spPr/>
      <dgm:t>
        <a:bodyPr/>
        <a:lstStyle/>
        <a:p>
          <a:r>
            <a:rPr lang="en-US" altLang="zh-TW"/>
            <a:t>Train set</a:t>
          </a:r>
          <a:endParaRPr lang="zh-TW" altLang="en-US"/>
        </a:p>
      </dgm:t>
    </dgm:pt>
    <dgm:pt modelId="{FA2F1F3D-08D8-46D8-90BE-E6D805AC5E63}" type="parTrans" cxnId="{7FF5C9D5-54F3-48D7-958F-235C0A5E5361}">
      <dgm:prSet/>
      <dgm:spPr/>
      <dgm:t>
        <a:bodyPr/>
        <a:lstStyle/>
        <a:p>
          <a:endParaRPr lang="zh-TW" altLang="en-US"/>
        </a:p>
      </dgm:t>
    </dgm:pt>
    <dgm:pt modelId="{BFB0BD82-DC73-4560-B297-00C306DAD61A}" type="sibTrans" cxnId="{7FF5C9D5-54F3-48D7-958F-235C0A5E5361}">
      <dgm:prSet/>
      <dgm:spPr/>
      <dgm:t>
        <a:bodyPr/>
        <a:lstStyle/>
        <a:p>
          <a:endParaRPr lang="zh-TW" altLang="en-US"/>
        </a:p>
      </dgm:t>
    </dgm:pt>
    <dgm:pt modelId="{29418B7C-6A00-4BE0-A9E6-F036F8DD66A3}">
      <dgm:prSet phldrT="[文字]"/>
      <dgm:spPr/>
      <dgm:t>
        <a:bodyPr/>
        <a:lstStyle/>
        <a:p>
          <a:r>
            <a:rPr lang="en-US" altLang="zh-TW"/>
            <a:t>Dev set</a:t>
          </a:r>
          <a:endParaRPr lang="zh-TW" altLang="en-US"/>
        </a:p>
      </dgm:t>
    </dgm:pt>
    <dgm:pt modelId="{4AA9A8F4-2886-4D59-9BBA-8C200E95E5F9}" type="parTrans" cxnId="{F1732FC7-E8A0-4051-B40E-632C8A083397}">
      <dgm:prSet/>
      <dgm:spPr/>
      <dgm:t>
        <a:bodyPr/>
        <a:lstStyle/>
        <a:p>
          <a:endParaRPr lang="zh-TW" altLang="en-US"/>
        </a:p>
      </dgm:t>
    </dgm:pt>
    <dgm:pt modelId="{498A90B5-5922-47CD-A9DD-CB1BD38D2D0F}" type="sibTrans" cxnId="{F1732FC7-E8A0-4051-B40E-632C8A083397}">
      <dgm:prSet/>
      <dgm:spPr/>
      <dgm:t>
        <a:bodyPr/>
        <a:lstStyle/>
        <a:p>
          <a:endParaRPr lang="zh-TW" altLang="en-US"/>
        </a:p>
      </dgm:t>
    </dgm:pt>
    <dgm:pt modelId="{4CA81421-44DF-4976-979D-ABE07EB83E82}">
      <dgm:prSet phldrT="[文字]"/>
      <dgm:spPr/>
      <dgm:t>
        <a:bodyPr/>
        <a:lstStyle/>
        <a:p>
          <a:r>
            <a:rPr lang="en-US" altLang="zh-TW"/>
            <a:t>Progress set</a:t>
          </a:r>
          <a:endParaRPr lang="zh-TW" altLang="en-US"/>
        </a:p>
      </dgm:t>
    </dgm:pt>
    <dgm:pt modelId="{F4467131-A4C4-4299-8721-517C3D415C52}" type="parTrans" cxnId="{84152727-04C8-4AD7-A15E-F1AC3FC16A25}">
      <dgm:prSet/>
      <dgm:spPr/>
      <dgm:t>
        <a:bodyPr/>
        <a:lstStyle/>
        <a:p>
          <a:endParaRPr lang="zh-TW" altLang="en-US"/>
        </a:p>
      </dgm:t>
    </dgm:pt>
    <dgm:pt modelId="{A9646EF8-0B94-48FB-BE08-942B6E756669}" type="sibTrans" cxnId="{84152727-04C8-4AD7-A15E-F1AC3FC16A25}">
      <dgm:prSet/>
      <dgm:spPr/>
      <dgm:t>
        <a:bodyPr/>
        <a:lstStyle/>
        <a:p>
          <a:endParaRPr lang="zh-TW" altLang="en-US"/>
        </a:p>
      </dgm:t>
    </dgm:pt>
    <dgm:pt modelId="{EA802B30-474C-48CD-8E35-046BB9169D1A}">
      <dgm:prSet phldrT="[文字]"/>
      <dgm:spPr/>
      <dgm:t>
        <a:bodyPr/>
        <a:lstStyle/>
        <a:p>
          <a:r>
            <a:rPr lang="en-US" altLang="zh-TW"/>
            <a:t>Eval set</a:t>
          </a:r>
          <a:endParaRPr lang="zh-TW" altLang="en-US"/>
        </a:p>
      </dgm:t>
    </dgm:pt>
    <dgm:pt modelId="{5EC9D0AD-D9E7-45D9-A385-E2DFE0B4C234}" type="parTrans" cxnId="{F1D8D2D7-0489-4BEF-8571-A4532799E9CB}">
      <dgm:prSet/>
      <dgm:spPr/>
      <dgm:t>
        <a:bodyPr/>
        <a:lstStyle/>
        <a:p>
          <a:endParaRPr lang="zh-TW" altLang="en-US"/>
        </a:p>
      </dgm:t>
    </dgm:pt>
    <dgm:pt modelId="{254D6443-D9A7-4856-A7E2-A28D090830D2}" type="sibTrans" cxnId="{F1D8D2D7-0489-4BEF-8571-A4532799E9CB}">
      <dgm:prSet/>
      <dgm:spPr/>
      <dgm:t>
        <a:bodyPr/>
        <a:lstStyle/>
        <a:p>
          <a:endParaRPr lang="zh-TW" altLang="en-US"/>
        </a:p>
      </dgm:t>
    </dgm:pt>
    <dgm:pt modelId="{1C240D76-74C2-4C95-A8EF-6E940A1354C8}" type="pres">
      <dgm:prSet presAssocID="{C66B8520-C944-4C15-86B2-9568C4C59CB9}" presName="linearFlow" presStyleCnt="0">
        <dgm:presLayoutVars>
          <dgm:resizeHandles val="exact"/>
        </dgm:presLayoutVars>
      </dgm:prSet>
      <dgm:spPr/>
    </dgm:pt>
    <dgm:pt modelId="{AC1C302F-2D5D-40F5-80E7-7FFE1645C2E6}" type="pres">
      <dgm:prSet presAssocID="{B147A71C-D8B0-420B-9C5B-CE4FDE82A3D8}" presName="node" presStyleLbl="node1" presStyleIdx="0" presStyleCnt="4">
        <dgm:presLayoutVars>
          <dgm:bulletEnabled val="1"/>
        </dgm:presLayoutVars>
      </dgm:prSet>
      <dgm:spPr/>
    </dgm:pt>
    <dgm:pt modelId="{F79193A9-1C69-44D9-A398-EFD52085263C}" type="pres">
      <dgm:prSet presAssocID="{BFB0BD82-DC73-4560-B297-00C306DAD61A}" presName="sibTrans" presStyleLbl="sibTrans2D1" presStyleIdx="0" presStyleCnt="3"/>
      <dgm:spPr/>
    </dgm:pt>
    <dgm:pt modelId="{A0AED31A-F269-4FD6-AEE4-7FFA0B0A0597}" type="pres">
      <dgm:prSet presAssocID="{BFB0BD82-DC73-4560-B297-00C306DAD61A}" presName="connectorText" presStyleLbl="sibTrans2D1" presStyleIdx="0" presStyleCnt="3"/>
      <dgm:spPr/>
    </dgm:pt>
    <dgm:pt modelId="{C53E8953-14A1-408F-8DD7-73882A541BCE}" type="pres">
      <dgm:prSet presAssocID="{29418B7C-6A00-4BE0-A9E6-F036F8DD66A3}" presName="node" presStyleLbl="node1" presStyleIdx="1" presStyleCnt="4">
        <dgm:presLayoutVars>
          <dgm:bulletEnabled val="1"/>
        </dgm:presLayoutVars>
      </dgm:prSet>
      <dgm:spPr/>
    </dgm:pt>
    <dgm:pt modelId="{4206E5FA-19AE-47A5-8DCF-14DC7A0F7259}" type="pres">
      <dgm:prSet presAssocID="{498A90B5-5922-47CD-A9DD-CB1BD38D2D0F}" presName="sibTrans" presStyleLbl="sibTrans2D1" presStyleIdx="1" presStyleCnt="3"/>
      <dgm:spPr/>
    </dgm:pt>
    <dgm:pt modelId="{714CB23C-284E-48EE-88BF-AE3E887067E5}" type="pres">
      <dgm:prSet presAssocID="{498A90B5-5922-47CD-A9DD-CB1BD38D2D0F}" presName="connectorText" presStyleLbl="sibTrans2D1" presStyleIdx="1" presStyleCnt="3"/>
      <dgm:spPr/>
    </dgm:pt>
    <dgm:pt modelId="{1FDDA40F-F051-40DF-80F8-977F0D04EDAE}" type="pres">
      <dgm:prSet presAssocID="{4CA81421-44DF-4976-979D-ABE07EB83E82}" presName="node" presStyleLbl="node1" presStyleIdx="2" presStyleCnt="4">
        <dgm:presLayoutVars>
          <dgm:bulletEnabled val="1"/>
        </dgm:presLayoutVars>
      </dgm:prSet>
      <dgm:spPr/>
    </dgm:pt>
    <dgm:pt modelId="{8FE6DAD1-6969-4DA3-A712-FCAD6EA5AC99}" type="pres">
      <dgm:prSet presAssocID="{A9646EF8-0B94-48FB-BE08-942B6E756669}" presName="sibTrans" presStyleLbl="sibTrans2D1" presStyleIdx="2" presStyleCnt="3"/>
      <dgm:spPr/>
    </dgm:pt>
    <dgm:pt modelId="{AB7C6068-0796-44C9-9373-E1621D8C4BD8}" type="pres">
      <dgm:prSet presAssocID="{A9646EF8-0B94-48FB-BE08-942B6E756669}" presName="connectorText" presStyleLbl="sibTrans2D1" presStyleIdx="2" presStyleCnt="3"/>
      <dgm:spPr/>
    </dgm:pt>
    <dgm:pt modelId="{129F27F8-5A0B-441A-A739-041F2EE12A94}" type="pres">
      <dgm:prSet presAssocID="{EA802B30-474C-48CD-8E35-046BB9169D1A}" presName="node" presStyleLbl="node1" presStyleIdx="3" presStyleCnt="4">
        <dgm:presLayoutVars>
          <dgm:bulletEnabled val="1"/>
        </dgm:presLayoutVars>
      </dgm:prSet>
      <dgm:spPr/>
    </dgm:pt>
  </dgm:ptLst>
  <dgm:cxnLst>
    <dgm:cxn modelId="{84152727-04C8-4AD7-A15E-F1AC3FC16A25}" srcId="{C66B8520-C944-4C15-86B2-9568C4C59CB9}" destId="{4CA81421-44DF-4976-979D-ABE07EB83E82}" srcOrd="2" destOrd="0" parTransId="{F4467131-A4C4-4299-8721-517C3D415C52}" sibTransId="{A9646EF8-0B94-48FB-BE08-942B6E756669}"/>
    <dgm:cxn modelId="{61B4362C-7D87-4026-A72A-AE2D96577315}" type="presOf" srcId="{29418B7C-6A00-4BE0-A9E6-F036F8DD66A3}" destId="{C53E8953-14A1-408F-8DD7-73882A541BCE}" srcOrd="0" destOrd="0" presId="urn:microsoft.com/office/officeart/2005/8/layout/process2"/>
    <dgm:cxn modelId="{F8A20D3E-44C2-416D-8D1C-318729F09E50}" type="presOf" srcId="{4CA81421-44DF-4976-979D-ABE07EB83E82}" destId="{1FDDA40F-F051-40DF-80F8-977F0D04EDAE}" srcOrd="0" destOrd="0" presId="urn:microsoft.com/office/officeart/2005/8/layout/process2"/>
    <dgm:cxn modelId="{D9DC373E-E870-4BD0-A6ED-78E416ED638A}" type="presOf" srcId="{A9646EF8-0B94-48FB-BE08-942B6E756669}" destId="{8FE6DAD1-6969-4DA3-A712-FCAD6EA5AC99}" srcOrd="0" destOrd="0" presId="urn:microsoft.com/office/officeart/2005/8/layout/process2"/>
    <dgm:cxn modelId="{DE1D5B76-505A-4DE0-BEB9-51315DC4817F}" type="presOf" srcId="{EA802B30-474C-48CD-8E35-046BB9169D1A}" destId="{129F27F8-5A0B-441A-A739-041F2EE12A94}" srcOrd="0" destOrd="0" presId="urn:microsoft.com/office/officeart/2005/8/layout/process2"/>
    <dgm:cxn modelId="{D4D7F277-4C2E-43A6-8DC8-008E80038510}" type="presOf" srcId="{498A90B5-5922-47CD-A9DD-CB1BD38D2D0F}" destId="{714CB23C-284E-48EE-88BF-AE3E887067E5}" srcOrd="1" destOrd="0" presId="urn:microsoft.com/office/officeart/2005/8/layout/process2"/>
    <dgm:cxn modelId="{9BDC7696-87AD-4D3D-9371-5F560FDC8ADD}" type="presOf" srcId="{C66B8520-C944-4C15-86B2-9568C4C59CB9}" destId="{1C240D76-74C2-4C95-A8EF-6E940A1354C8}" srcOrd="0" destOrd="0" presId="urn:microsoft.com/office/officeart/2005/8/layout/process2"/>
    <dgm:cxn modelId="{EDB22C98-3BD8-451D-9B93-DE7828BD2C1C}" type="presOf" srcId="{BFB0BD82-DC73-4560-B297-00C306DAD61A}" destId="{F79193A9-1C69-44D9-A398-EFD52085263C}" srcOrd="0" destOrd="0" presId="urn:microsoft.com/office/officeart/2005/8/layout/process2"/>
    <dgm:cxn modelId="{431F1099-E442-4303-9C6D-9C7C50850C5A}" type="presOf" srcId="{B147A71C-D8B0-420B-9C5B-CE4FDE82A3D8}" destId="{AC1C302F-2D5D-40F5-80E7-7FFE1645C2E6}" srcOrd="0" destOrd="0" presId="urn:microsoft.com/office/officeart/2005/8/layout/process2"/>
    <dgm:cxn modelId="{DF1327A1-4E63-437B-B55F-D643EED27AB5}" type="presOf" srcId="{A9646EF8-0B94-48FB-BE08-942B6E756669}" destId="{AB7C6068-0796-44C9-9373-E1621D8C4BD8}" srcOrd="1" destOrd="0" presId="urn:microsoft.com/office/officeart/2005/8/layout/process2"/>
    <dgm:cxn modelId="{8D4653A6-B751-44A6-9F00-08300EA3787F}" type="presOf" srcId="{BFB0BD82-DC73-4560-B297-00C306DAD61A}" destId="{A0AED31A-F269-4FD6-AEE4-7FFA0B0A0597}" srcOrd="1" destOrd="0" presId="urn:microsoft.com/office/officeart/2005/8/layout/process2"/>
    <dgm:cxn modelId="{F1732FC7-E8A0-4051-B40E-632C8A083397}" srcId="{C66B8520-C944-4C15-86B2-9568C4C59CB9}" destId="{29418B7C-6A00-4BE0-A9E6-F036F8DD66A3}" srcOrd="1" destOrd="0" parTransId="{4AA9A8F4-2886-4D59-9BBA-8C200E95E5F9}" sibTransId="{498A90B5-5922-47CD-A9DD-CB1BD38D2D0F}"/>
    <dgm:cxn modelId="{7FF5C9D5-54F3-48D7-958F-235C0A5E5361}" srcId="{C66B8520-C944-4C15-86B2-9568C4C59CB9}" destId="{B147A71C-D8B0-420B-9C5B-CE4FDE82A3D8}" srcOrd="0" destOrd="0" parTransId="{FA2F1F3D-08D8-46D8-90BE-E6D805AC5E63}" sibTransId="{BFB0BD82-DC73-4560-B297-00C306DAD61A}"/>
    <dgm:cxn modelId="{F1D8D2D7-0489-4BEF-8571-A4532799E9CB}" srcId="{C66B8520-C944-4C15-86B2-9568C4C59CB9}" destId="{EA802B30-474C-48CD-8E35-046BB9169D1A}" srcOrd="3" destOrd="0" parTransId="{5EC9D0AD-D9E7-45D9-A385-E2DFE0B4C234}" sibTransId="{254D6443-D9A7-4856-A7E2-A28D090830D2}"/>
    <dgm:cxn modelId="{D0AEA4EF-73C0-424B-9A4B-7A5BE1C3D39E}" type="presOf" srcId="{498A90B5-5922-47CD-A9DD-CB1BD38D2D0F}" destId="{4206E5FA-19AE-47A5-8DCF-14DC7A0F7259}" srcOrd="0" destOrd="0" presId="urn:microsoft.com/office/officeart/2005/8/layout/process2"/>
    <dgm:cxn modelId="{9E1DD7AE-DC30-425B-9A39-53EDB3153200}" type="presParOf" srcId="{1C240D76-74C2-4C95-A8EF-6E940A1354C8}" destId="{AC1C302F-2D5D-40F5-80E7-7FFE1645C2E6}" srcOrd="0" destOrd="0" presId="urn:microsoft.com/office/officeart/2005/8/layout/process2"/>
    <dgm:cxn modelId="{69A3BA2A-F085-41CA-907C-33517767D29C}" type="presParOf" srcId="{1C240D76-74C2-4C95-A8EF-6E940A1354C8}" destId="{F79193A9-1C69-44D9-A398-EFD52085263C}" srcOrd="1" destOrd="0" presId="urn:microsoft.com/office/officeart/2005/8/layout/process2"/>
    <dgm:cxn modelId="{CB822A9A-7FD2-4595-BF39-5CE554DDEED3}" type="presParOf" srcId="{F79193A9-1C69-44D9-A398-EFD52085263C}" destId="{A0AED31A-F269-4FD6-AEE4-7FFA0B0A0597}" srcOrd="0" destOrd="0" presId="urn:microsoft.com/office/officeart/2005/8/layout/process2"/>
    <dgm:cxn modelId="{38A6C037-D039-476C-94A8-6100CCA61FCE}" type="presParOf" srcId="{1C240D76-74C2-4C95-A8EF-6E940A1354C8}" destId="{C53E8953-14A1-408F-8DD7-73882A541BCE}" srcOrd="2" destOrd="0" presId="urn:microsoft.com/office/officeart/2005/8/layout/process2"/>
    <dgm:cxn modelId="{8843B74F-1038-4EBE-819B-AD9DD8EF2DE6}" type="presParOf" srcId="{1C240D76-74C2-4C95-A8EF-6E940A1354C8}" destId="{4206E5FA-19AE-47A5-8DCF-14DC7A0F7259}" srcOrd="3" destOrd="0" presId="urn:microsoft.com/office/officeart/2005/8/layout/process2"/>
    <dgm:cxn modelId="{2249BC09-7A65-4A3B-8E20-1F608D8D2CF4}" type="presParOf" srcId="{4206E5FA-19AE-47A5-8DCF-14DC7A0F7259}" destId="{714CB23C-284E-48EE-88BF-AE3E887067E5}" srcOrd="0" destOrd="0" presId="urn:microsoft.com/office/officeart/2005/8/layout/process2"/>
    <dgm:cxn modelId="{AB5533D9-FFE4-4056-AA32-2E8191FD6855}" type="presParOf" srcId="{1C240D76-74C2-4C95-A8EF-6E940A1354C8}" destId="{1FDDA40F-F051-40DF-80F8-977F0D04EDAE}" srcOrd="4" destOrd="0" presId="urn:microsoft.com/office/officeart/2005/8/layout/process2"/>
    <dgm:cxn modelId="{D943288D-C328-49C8-9298-C426EA6FF4A5}" type="presParOf" srcId="{1C240D76-74C2-4C95-A8EF-6E940A1354C8}" destId="{8FE6DAD1-6969-4DA3-A712-FCAD6EA5AC99}" srcOrd="5" destOrd="0" presId="urn:microsoft.com/office/officeart/2005/8/layout/process2"/>
    <dgm:cxn modelId="{0A7973EC-7516-43B3-B4F7-9B1A4512ECAD}" type="presParOf" srcId="{8FE6DAD1-6969-4DA3-A712-FCAD6EA5AC99}" destId="{AB7C6068-0796-44C9-9373-E1621D8C4BD8}" srcOrd="0" destOrd="0" presId="urn:microsoft.com/office/officeart/2005/8/layout/process2"/>
    <dgm:cxn modelId="{2CCCB40E-0D4E-4D7C-8B7A-CE58C2A2737D}" type="presParOf" srcId="{1C240D76-74C2-4C95-A8EF-6E940A1354C8}" destId="{129F27F8-5A0B-441A-A739-041F2EE12A94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59DF22-4E21-40B2-A932-BA300C77772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5EDC5232-FEA9-4C4B-B3AD-F89A660216BC}">
      <dgm:prSet phldrT="[文字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altLang="zh-TW" sz="1800">
              <a:latin typeface="微軟正黑體" panose="020B0604030504040204" pitchFamily="34" charset="-120"/>
              <a:ea typeface="微軟正黑體" panose="020B0604030504040204" pitchFamily="34" charset="-120"/>
            </a:rPr>
            <a:t>V0 API</a:t>
          </a:r>
          <a:br>
            <a:rPr lang="en-US" altLang="zh-TW" sz="180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1800">
              <a:latin typeface="微軟正黑體" panose="020B0604030504040204" pitchFamily="34" charset="-120"/>
              <a:ea typeface="微軟正黑體" panose="020B0604030504040204" pitchFamily="34" charset="-120"/>
            </a:rPr>
            <a:t>雛形</a:t>
          </a:r>
        </a:p>
      </dgm:t>
    </dgm:pt>
    <dgm:pt modelId="{61908A33-73FE-4C9C-AFEB-6798FA1FFD9B}" type="parTrans" cxnId="{11FFAFF9-737D-461C-B81D-19F15E5799DF}">
      <dgm:prSet/>
      <dgm:spPr/>
      <dgm:t>
        <a:bodyPr/>
        <a:lstStyle/>
        <a:p>
          <a:endParaRPr lang="zh-TW" altLang="en-US" sz="180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995E28C-B56F-4E23-B853-CC039F861779}" type="sibTrans" cxnId="{11FFAFF9-737D-461C-B81D-19F15E5799DF}">
      <dgm:prSet custT="1"/>
      <dgm:spPr/>
      <dgm:t>
        <a:bodyPr/>
        <a:lstStyle/>
        <a:p>
          <a:endParaRPr lang="zh-TW" altLang="en-US" sz="180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395C65D-63E5-40A5-970D-169DE1E34632}">
      <dgm:prSet phldrT="[文字]" custT="1"/>
      <dgm:spPr/>
      <dgm:t>
        <a:bodyPr/>
        <a:lstStyle/>
        <a:p>
          <a:r>
            <a:rPr lang="zh-TW" altLang="en-US" sz="1800">
              <a:latin typeface="微軟正黑體" panose="020B0604030504040204" pitchFamily="34" charset="-120"/>
              <a:ea typeface="微軟正黑體" panose="020B0604030504040204" pitchFamily="34" charset="-120"/>
            </a:rPr>
            <a:t>開發核心</a:t>
          </a:r>
          <a:br>
            <a:rPr lang="en-US" altLang="zh-TW" sz="180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1800">
              <a:latin typeface="微軟正黑體" panose="020B0604030504040204" pitchFamily="34" charset="-120"/>
              <a:ea typeface="微軟正黑體" panose="020B0604030504040204" pitchFamily="34" charset="-120"/>
            </a:rPr>
            <a:t>程式</a:t>
          </a:r>
          <a:r>
            <a:rPr lang="en-US" altLang="zh-TW" sz="1800">
              <a:latin typeface="微軟正黑體" panose="020B0604030504040204" pitchFamily="34" charset="-120"/>
              <a:ea typeface="微軟正黑體" panose="020B0604030504040204" pitchFamily="34" charset="-120"/>
            </a:rPr>
            <a:t>(</a:t>
          </a:r>
          <a:r>
            <a:rPr lang="zh-TW" altLang="en-US" sz="1800">
              <a:latin typeface="微軟正黑體" panose="020B0604030504040204" pitchFamily="34" charset="-120"/>
              <a:ea typeface="微軟正黑體" panose="020B0604030504040204" pitchFamily="34" charset="-120"/>
            </a:rPr>
            <a:t>模型</a:t>
          </a:r>
          <a:r>
            <a:rPr lang="en-US" altLang="zh-TW" sz="1800">
              <a:latin typeface="微軟正黑體" panose="020B0604030504040204" pitchFamily="34" charset="-120"/>
              <a:ea typeface="微軟正黑體" panose="020B0604030504040204" pitchFamily="34" charset="-120"/>
            </a:rPr>
            <a:t>)</a:t>
          </a:r>
          <a:endParaRPr lang="zh-TW" altLang="en-US" sz="180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190C9A08-CB05-4A79-94FB-FF26541AE7F3}" type="parTrans" cxnId="{6F729951-A530-48E8-8000-CFF8A0EBAC0A}">
      <dgm:prSet/>
      <dgm:spPr/>
      <dgm:t>
        <a:bodyPr/>
        <a:lstStyle/>
        <a:p>
          <a:endParaRPr lang="zh-TW" altLang="en-US" sz="180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1C80D011-B336-46CA-A1A5-643C416DA62A}" type="sibTrans" cxnId="{6F729951-A530-48E8-8000-CFF8A0EBAC0A}">
      <dgm:prSet custT="1"/>
      <dgm:spPr/>
      <dgm:t>
        <a:bodyPr/>
        <a:lstStyle/>
        <a:p>
          <a:endParaRPr lang="zh-TW" altLang="en-US" sz="180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DC1A49F-AE1C-4B21-AB6C-056FC96E943E}">
      <dgm:prSet phldrT="[文字]" custT="1"/>
      <dgm:spPr/>
      <dgm:t>
        <a:bodyPr/>
        <a:lstStyle/>
        <a:p>
          <a:r>
            <a:rPr lang="zh-TW" altLang="en-US" sz="1800">
              <a:latin typeface="微軟正黑體" panose="020B0604030504040204" pitchFamily="34" charset="-120"/>
              <a:ea typeface="微軟正黑體" panose="020B0604030504040204" pitchFamily="34" charset="-120"/>
            </a:rPr>
            <a:t>測試核心</a:t>
          </a:r>
          <a:br>
            <a:rPr lang="en-US" altLang="zh-TW" sz="180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1800">
              <a:latin typeface="微軟正黑體" panose="020B0604030504040204" pitchFamily="34" charset="-120"/>
              <a:ea typeface="微軟正黑體" panose="020B0604030504040204" pitchFamily="34" charset="-120"/>
            </a:rPr>
            <a:t>程式</a:t>
          </a:r>
        </a:p>
      </dgm:t>
    </dgm:pt>
    <dgm:pt modelId="{4F922280-61D7-45BB-AA9B-8507C1640A54}" type="parTrans" cxnId="{F33C9F8E-7891-4DF7-8BE1-86CB9907D9C8}">
      <dgm:prSet/>
      <dgm:spPr/>
      <dgm:t>
        <a:bodyPr/>
        <a:lstStyle/>
        <a:p>
          <a:endParaRPr lang="zh-TW" altLang="en-US" sz="180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B5DED91-4D2D-44EC-9EF3-E6772D5C619E}" type="sibTrans" cxnId="{F33C9F8E-7891-4DF7-8BE1-86CB9907D9C8}">
      <dgm:prSet custT="1"/>
      <dgm:spPr/>
      <dgm:t>
        <a:bodyPr/>
        <a:lstStyle/>
        <a:p>
          <a:endParaRPr lang="zh-TW" altLang="en-US" sz="180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9134D256-2E51-44A0-BFEF-E9EE81966287}">
      <dgm:prSet phldrT="[文字]" custT="1"/>
      <dgm:spPr>
        <a:solidFill>
          <a:schemeClr val="accent2"/>
        </a:solidFill>
      </dgm:spPr>
      <dgm:t>
        <a:bodyPr/>
        <a:lstStyle/>
        <a:p>
          <a:r>
            <a:rPr lang="en-US" altLang="zh-TW" sz="1800">
              <a:latin typeface="微軟正黑體" panose="020B0604030504040204" pitchFamily="34" charset="-120"/>
              <a:ea typeface="微軟正黑體" panose="020B0604030504040204" pitchFamily="34" charset="-120"/>
            </a:rPr>
            <a:t>API</a:t>
          </a:r>
          <a:r>
            <a:rPr lang="zh-TW" altLang="en-US" sz="1800">
              <a:latin typeface="微軟正黑體" panose="020B0604030504040204" pitchFamily="34" charset="-120"/>
              <a:ea typeface="微軟正黑體" panose="020B0604030504040204" pitchFamily="34" charset="-120"/>
            </a:rPr>
            <a:t>與核心整合</a:t>
          </a:r>
        </a:p>
      </dgm:t>
    </dgm:pt>
    <dgm:pt modelId="{B8E513CC-151F-480A-AAA5-DF09E9E75052}" type="parTrans" cxnId="{9B2ACB18-F3C8-4708-94D8-D06723A9709C}">
      <dgm:prSet/>
      <dgm:spPr/>
      <dgm:t>
        <a:bodyPr/>
        <a:lstStyle/>
        <a:p>
          <a:endParaRPr lang="zh-TW" altLang="en-US" sz="180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ACE2DDC5-2972-4CE8-B32E-EACDD1450041}" type="sibTrans" cxnId="{9B2ACB18-F3C8-4708-94D8-D06723A9709C}">
      <dgm:prSet/>
      <dgm:spPr/>
      <dgm:t>
        <a:bodyPr/>
        <a:lstStyle/>
        <a:p>
          <a:endParaRPr lang="zh-TW" altLang="en-US" sz="180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ACC17DF5-93D5-45B2-935C-F20B9520F78C}">
      <dgm:prSet phldrT="[文字]" custT="1"/>
      <dgm:spPr>
        <a:solidFill>
          <a:schemeClr val="accent2"/>
        </a:solidFill>
      </dgm:spPr>
      <dgm:t>
        <a:bodyPr/>
        <a:lstStyle/>
        <a:p>
          <a:r>
            <a:rPr lang="en-US" altLang="zh-TW" sz="1800">
              <a:latin typeface="微軟正黑體" panose="020B0604030504040204" pitchFamily="34" charset="-120"/>
              <a:ea typeface="微軟正黑體" panose="020B0604030504040204" pitchFamily="34" charset="-120"/>
            </a:rPr>
            <a:t>API</a:t>
          </a:r>
          <a:r>
            <a:rPr lang="zh-TW" altLang="en-US" sz="1800">
              <a:latin typeface="微軟正黑體" panose="020B0604030504040204" pitchFamily="34" charset="-120"/>
              <a:ea typeface="微軟正黑體" panose="020B0604030504040204" pitchFamily="34" charset="-120"/>
            </a:rPr>
            <a:t>測試</a:t>
          </a:r>
          <a:br>
            <a:rPr lang="en-US" altLang="zh-TW" sz="180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altLang="zh-TW" sz="1800">
              <a:latin typeface="微軟正黑體" panose="020B0604030504040204" pitchFamily="34" charset="-120"/>
              <a:ea typeface="微軟正黑體" panose="020B0604030504040204" pitchFamily="34" charset="-120"/>
            </a:rPr>
            <a:t>(e2e test)</a:t>
          </a:r>
          <a:endParaRPr lang="zh-TW" altLang="en-US" sz="180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1BF4E53F-9A45-43D4-9C9B-4EFEBE830FBC}" type="parTrans" cxnId="{A3ACC51D-68C2-4B38-88AE-476140259265}">
      <dgm:prSet/>
      <dgm:spPr/>
      <dgm:t>
        <a:bodyPr/>
        <a:lstStyle/>
        <a:p>
          <a:endParaRPr lang="zh-TW" altLang="en-US"/>
        </a:p>
      </dgm:t>
    </dgm:pt>
    <dgm:pt modelId="{FC6D02AE-6E4F-4424-B6A5-540E132114D8}" type="sibTrans" cxnId="{A3ACC51D-68C2-4B38-88AE-476140259265}">
      <dgm:prSet/>
      <dgm:spPr/>
      <dgm:t>
        <a:bodyPr/>
        <a:lstStyle/>
        <a:p>
          <a:endParaRPr lang="zh-TW" altLang="en-US"/>
        </a:p>
      </dgm:t>
    </dgm:pt>
    <dgm:pt modelId="{632EC3B1-834F-473C-B09E-518195217741}" type="pres">
      <dgm:prSet presAssocID="{2C59DF22-4E21-40B2-A932-BA300C77772D}" presName="Name0" presStyleCnt="0">
        <dgm:presLayoutVars>
          <dgm:dir/>
          <dgm:resizeHandles val="exact"/>
        </dgm:presLayoutVars>
      </dgm:prSet>
      <dgm:spPr/>
    </dgm:pt>
    <dgm:pt modelId="{D936A3C4-78F6-4516-8859-8278E7E6C60E}" type="pres">
      <dgm:prSet presAssocID="{5EDC5232-FEA9-4C4B-B3AD-F89A660216BC}" presName="node" presStyleLbl="node1" presStyleIdx="0" presStyleCnt="5">
        <dgm:presLayoutVars>
          <dgm:bulletEnabled val="1"/>
        </dgm:presLayoutVars>
      </dgm:prSet>
      <dgm:spPr/>
    </dgm:pt>
    <dgm:pt modelId="{2F165ED4-B3A1-4B37-8DC6-33FA28C0A9E4}" type="pres">
      <dgm:prSet presAssocID="{7995E28C-B56F-4E23-B853-CC039F861779}" presName="sibTrans" presStyleLbl="sibTrans2D1" presStyleIdx="0" presStyleCnt="4"/>
      <dgm:spPr/>
    </dgm:pt>
    <dgm:pt modelId="{9729CB9D-6DEE-4124-89F0-DC43592B0A8B}" type="pres">
      <dgm:prSet presAssocID="{7995E28C-B56F-4E23-B853-CC039F861779}" presName="connectorText" presStyleLbl="sibTrans2D1" presStyleIdx="0" presStyleCnt="4"/>
      <dgm:spPr/>
    </dgm:pt>
    <dgm:pt modelId="{5E6D8A24-821D-43E3-AECD-02175979BA5E}" type="pres">
      <dgm:prSet presAssocID="{5395C65D-63E5-40A5-970D-169DE1E34632}" presName="node" presStyleLbl="node1" presStyleIdx="1" presStyleCnt="5">
        <dgm:presLayoutVars>
          <dgm:bulletEnabled val="1"/>
        </dgm:presLayoutVars>
      </dgm:prSet>
      <dgm:spPr/>
    </dgm:pt>
    <dgm:pt modelId="{91C072E1-2DA6-47DA-B4F6-D761EB052929}" type="pres">
      <dgm:prSet presAssocID="{1C80D011-B336-46CA-A1A5-643C416DA62A}" presName="sibTrans" presStyleLbl="sibTrans2D1" presStyleIdx="1" presStyleCnt="4"/>
      <dgm:spPr/>
    </dgm:pt>
    <dgm:pt modelId="{513120F5-B107-4119-8A4E-992973BE2C9C}" type="pres">
      <dgm:prSet presAssocID="{1C80D011-B336-46CA-A1A5-643C416DA62A}" presName="connectorText" presStyleLbl="sibTrans2D1" presStyleIdx="1" presStyleCnt="4"/>
      <dgm:spPr/>
    </dgm:pt>
    <dgm:pt modelId="{775B7F4B-EAF4-4756-9118-9E6CB5D09594}" type="pres">
      <dgm:prSet presAssocID="{CDC1A49F-AE1C-4B21-AB6C-056FC96E943E}" presName="node" presStyleLbl="node1" presStyleIdx="2" presStyleCnt="5">
        <dgm:presLayoutVars>
          <dgm:bulletEnabled val="1"/>
        </dgm:presLayoutVars>
      </dgm:prSet>
      <dgm:spPr/>
    </dgm:pt>
    <dgm:pt modelId="{E3D874B7-EB50-473B-966A-295E7421213D}" type="pres">
      <dgm:prSet presAssocID="{8B5DED91-4D2D-44EC-9EF3-E6772D5C619E}" presName="sibTrans" presStyleLbl="sibTrans2D1" presStyleIdx="2" presStyleCnt="4"/>
      <dgm:spPr/>
    </dgm:pt>
    <dgm:pt modelId="{7FD19B4E-F474-4E92-9651-CB624E85F5DA}" type="pres">
      <dgm:prSet presAssocID="{8B5DED91-4D2D-44EC-9EF3-E6772D5C619E}" presName="connectorText" presStyleLbl="sibTrans2D1" presStyleIdx="2" presStyleCnt="4"/>
      <dgm:spPr/>
    </dgm:pt>
    <dgm:pt modelId="{4A5336B9-BC78-4BE0-AF78-A7A575D1AB20}" type="pres">
      <dgm:prSet presAssocID="{9134D256-2E51-44A0-BFEF-E9EE81966287}" presName="node" presStyleLbl="node1" presStyleIdx="3" presStyleCnt="5">
        <dgm:presLayoutVars>
          <dgm:bulletEnabled val="1"/>
        </dgm:presLayoutVars>
      </dgm:prSet>
      <dgm:spPr/>
    </dgm:pt>
    <dgm:pt modelId="{086C2E6D-9495-48BE-ACDB-CC3F62FF8FF8}" type="pres">
      <dgm:prSet presAssocID="{ACE2DDC5-2972-4CE8-B32E-EACDD1450041}" presName="sibTrans" presStyleLbl="sibTrans2D1" presStyleIdx="3" presStyleCnt="4"/>
      <dgm:spPr/>
    </dgm:pt>
    <dgm:pt modelId="{70B99DC0-95D0-4F4A-95A8-F37ECA4274AA}" type="pres">
      <dgm:prSet presAssocID="{ACE2DDC5-2972-4CE8-B32E-EACDD1450041}" presName="connectorText" presStyleLbl="sibTrans2D1" presStyleIdx="3" presStyleCnt="4"/>
      <dgm:spPr/>
    </dgm:pt>
    <dgm:pt modelId="{4853B2F7-00DB-44A6-AD26-D44794A70F22}" type="pres">
      <dgm:prSet presAssocID="{ACC17DF5-93D5-45B2-935C-F20B9520F78C}" presName="node" presStyleLbl="node1" presStyleIdx="4" presStyleCnt="5">
        <dgm:presLayoutVars>
          <dgm:bulletEnabled val="1"/>
        </dgm:presLayoutVars>
      </dgm:prSet>
      <dgm:spPr/>
    </dgm:pt>
  </dgm:ptLst>
  <dgm:cxnLst>
    <dgm:cxn modelId="{9B2ACB18-F3C8-4708-94D8-D06723A9709C}" srcId="{2C59DF22-4E21-40B2-A932-BA300C77772D}" destId="{9134D256-2E51-44A0-BFEF-E9EE81966287}" srcOrd="3" destOrd="0" parTransId="{B8E513CC-151F-480A-AAA5-DF09E9E75052}" sibTransId="{ACE2DDC5-2972-4CE8-B32E-EACDD1450041}"/>
    <dgm:cxn modelId="{A3ACC51D-68C2-4B38-88AE-476140259265}" srcId="{2C59DF22-4E21-40B2-A932-BA300C77772D}" destId="{ACC17DF5-93D5-45B2-935C-F20B9520F78C}" srcOrd="4" destOrd="0" parTransId="{1BF4E53F-9A45-43D4-9C9B-4EFEBE830FBC}" sibTransId="{FC6D02AE-6E4F-4424-B6A5-540E132114D8}"/>
    <dgm:cxn modelId="{4AD0EA38-8499-4F41-8EB6-C93C7EEC5326}" type="presOf" srcId="{CDC1A49F-AE1C-4B21-AB6C-056FC96E943E}" destId="{775B7F4B-EAF4-4756-9118-9E6CB5D09594}" srcOrd="0" destOrd="0" presId="urn:microsoft.com/office/officeart/2005/8/layout/process1"/>
    <dgm:cxn modelId="{F8A13D41-F354-4045-AF8F-AB7FD562BA35}" type="presOf" srcId="{ACE2DDC5-2972-4CE8-B32E-EACDD1450041}" destId="{086C2E6D-9495-48BE-ACDB-CC3F62FF8FF8}" srcOrd="0" destOrd="0" presId="urn:microsoft.com/office/officeart/2005/8/layout/process1"/>
    <dgm:cxn modelId="{E0D1BE4D-4C63-4456-BC4B-5C0E5221B1C6}" type="presOf" srcId="{5395C65D-63E5-40A5-970D-169DE1E34632}" destId="{5E6D8A24-821D-43E3-AECD-02175979BA5E}" srcOrd="0" destOrd="0" presId="urn:microsoft.com/office/officeart/2005/8/layout/process1"/>
    <dgm:cxn modelId="{37955251-A7D1-4BBE-BF96-7132232AC8EE}" type="presOf" srcId="{2C59DF22-4E21-40B2-A932-BA300C77772D}" destId="{632EC3B1-834F-473C-B09E-518195217741}" srcOrd="0" destOrd="0" presId="urn:microsoft.com/office/officeart/2005/8/layout/process1"/>
    <dgm:cxn modelId="{6F729951-A530-48E8-8000-CFF8A0EBAC0A}" srcId="{2C59DF22-4E21-40B2-A932-BA300C77772D}" destId="{5395C65D-63E5-40A5-970D-169DE1E34632}" srcOrd="1" destOrd="0" parTransId="{190C9A08-CB05-4A79-94FB-FF26541AE7F3}" sibTransId="{1C80D011-B336-46CA-A1A5-643C416DA62A}"/>
    <dgm:cxn modelId="{67621D5C-D32A-461F-8B89-94E340420177}" type="presOf" srcId="{8B5DED91-4D2D-44EC-9EF3-E6772D5C619E}" destId="{E3D874B7-EB50-473B-966A-295E7421213D}" srcOrd="0" destOrd="0" presId="urn:microsoft.com/office/officeart/2005/8/layout/process1"/>
    <dgm:cxn modelId="{1A11626B-25E9-4E04-9C48-D9D3C02947ED}" type="presOf" srcId="{7995E28C-B56F-4E23-B853-CC039F861779}" destId="{9729CB9D-6DEE-4124-89F0-DC43592B0A8B}" srcOrd="1" destOrd="0" presId="urn:microsoft.com/office/officeart/2005/8/layout/process1"/>
    <dgm:cxn modelId="{6A399A76-90DE-4F38-9AC0-70728296241C}" type="presOf" srcId="{1C80D011-B336-46CA-A1A5-643C416DA62A}" destId="{91C072E1-2DA6-47DA-B4F6-D761EB052929}" srcOrd="0" destOrd="0" presId="urn:microsoft.com/office/officeart/2005/8/layout/process1"/>
    <dgm:cxn modelId="{D7C8198B-53C9-427C-9102-915A476FF4ED}" type="presOf" srcId="{1C80D011-B336-46CA-A1A5-643C416DA62A}" destId="{513120F5-B107-4119-8A4E-992973BE2C9C}" srcOrd="1" destOrd="0" presId="urn:microsoft.com/office/officeart/2005/8/layout/process1"/>
    <dgm:cxn modelId="{F33C9F8E-7891-4DF7-8BE1-86CB9907D9C8}" srcId="{2C59DF22-4E21-40B2-A932-BA300C77772D}" destId="{CDC1A49F-AE1C-4B21-AB6C-056FC96E943E}" srcOrd="2" destOrd="0" parTransId="{4F922280-61D7-45BB-AA9B-8507C1640A54}" sibTransId="{8B5DED91-4D2D-44EC-9EF3-E6772D5C619E}"/>
    <dgm:cxn modelId="{ED06F5AC-ABDE-47FA-BA82-FEFDD373BE11}" type="presOf" srcId="{9134D256-2E51-44A0-BFEF-E9EE81966287}" destId="{4A5336B9-BC78-4BE0-AF78-A7A575D1AB20}" srcOrd="0" destOrd="0" presId="urn:microsoft.com/office/officeart/2005/8/layout/process1"/>
    <dgm:cxn modelId="{D372BAB9-421E-4958-BCBC-1305AA635448}" type="presOf" srcId="{ACE2DDC5-2972-4CE8-B32E-EACDD1450041}" destId="{70B99DC0-95D0-4F4A-95A8-F37ECA4274AA}" srcOrd="1" destOrd="0" presId="urn:microsoft.com/office/officeart/2005/8/layout/process1"/>
    <dgm:cxn modelId="{4F1CC1BF-B6AE-4959-92BC-7AEC1D032A54}" type="presOf" srcId="{5EDC5232-FEA9-4C4B-B3AD-F89A660216BC}" destId="{D936A3C4-78F6-4516-8859-8278E7E6C60E}" srcOrd="0" destOrd="0" presId="urn:microsoft.com/office/officeart/2005/8/layout/process1"/>
    <dgm:cxn modelId="{D30305CC-9072-4F51-A68E-FA61858A52AE}" type="presOf" srcId="{ACC17DF5-93D5-45B2-935C-F20B9520F78C}" destId="{4853B2F7-00DB-44A6-AD26-D44794A70F22}" srcOrd="0" destOrd="0" presId="urn:microsoft.com/office/officeart/2005/8/layout/process1"/>
    <dgm:cxn modelId="{236FA3E3-19C1-41EC-ACE6-A4EB90F741C1}" type="presOf" srcId="{8B5DED91-4D2D-44EC-9EF3-E6772D5C619E}" destId="{7FD19B4E-F474-4E92-9651-CB624E85F5DA}" srcOrd="1" destOrd="0" presId="urn:microsoft.com/office/officeart/2005/8/layout/process1"/>
    <dgm:cxn modelId="{760FABE5-ECB6-4599-8146-11EA2738DA90}" type="presOf" srcId="{7995E28C-B56F-4E23-B853-CC039F861779}" destId="{2F165ED4-B3A1-4B37-8DC6-33FA28C0A9E4}" srcOrd="0" destOrd="0" presId="urn:microsoft.com/office/officeart/2005/8/layout/process1"/>
    <dgm:cxn modelId="{11FFAFF9-737D-461C-B81D-19F15E5799DF}" srcId="{2C59DF22-4E21-40B2-A932-BA300C77772D}" destId="{5EDC5232-FEA9-4C4B-B3AD-F89A660216BC}" srcOrd="0" destOrd="0" parTransId="{61908A33-73FE-4C9C-AFEB-6798FA1FFD9B}" sibTransId="{7995E28C-B56F-4E23-B853-CC039F861779}"/>
    <dgm:cxn modelId="{B9D82A34-D9A2-46C1-9A53-53872DD27C28}" type="presParOf" srcId="{632EC3B1-834F-473C-B09E-518195217741}" destId="{D936A3C4-78F6-4516-8859-8278E7E6C60E}" srcOrd="0" destOrd="0" presId="urn:microsoft.com/office/officeart/2005/8/layout/process1"/>
    <dgm:cxn modelId="{1CD58A0F-5777-43CE-BBB6-ACC442CDE440}" type="presParOf" srcId="{632EC3B1-834F-473C-B09E-518195217741}" destId="{2F165ED4-B3A1-4B37-8DC6-33FA28C0A9E4}" srcOrd="1" destOrd="0" presId="urn:microsoft.com/office/officeart/2005/8/layout/process1"/>
    <dgm:cxn modelId="{235A52CC-EEAC-48BC-9B08-8DA554AE1AC0}" type="presParOf" srcId="{2F165ED4-B3A1-4B37-8DC6-33FA28C0A9E4}" destId="{9729CB9D-6DEE-4124-89F0-DC43592B0A8B}" srcOrd="0" destOrd="0" presId="urn:microsoft.com/office/officeart/2005/8/layout/process1"/>
    <dgm:cxn modelId="{DFDBB096-06E6-4E48-9B20-D72C6900CF47}" type="presParOf" srcId="{632EC3B1-834F-473C-B09E-518195217741}" destId="{5E6D8A24-821D-43E3-AECD-02175979BA5E}" srcOrd="2" destOrd="0" presId="urn:microsoft.com/office/officeart/2005/8/layout/process1"/>
    <dgm:cxn modelId="{45C77D94-6C75-41FF-B35C-C6A980175274}" type="presParOf" srcId="{632EC3B1-834F-473C-B09E-518195217741}" destId="{91C072E1-2DA6-47DA-B4F6-D761EB052929}" srcOrd="3" destOrd="0" presId="urn:microsoft.com/office/officeart/2005/8/layout/process1"/>
    <dgm:cxn modelId="{EFDD2734-F26A-4B50-9E38-B9877EA46E8B}" type="presParOf" srcId="{91C072E1-2DA6-47DA-B4F6-D761EB052929}" destId="{513120F5-B107-4119-8A4E-992973BE2C9C}" srcOrd="0" destOrd="0" presId="urn:microsoft.com/office/officeart/2005/8/layout/process1"/>
    <dgm:cxn modelId="{F2F5B774-B14B-4523-BB0C-1321CE207B41}" type="presParOf" srcId="{632EC3B1-834F-473C-B09E-518195217741}" destId="{775B7F4B-EAF4-4756-9118-9E6CB5D09594}" srcOrd="4" destOrd="0" presId="urn:microsoft.com/office/officeart/2005/8/layout/process1"/>
    <dgm:cxn modelId="{04BBE325-857D-4AAF-B91F-F1E2851BC92F}" type="presParOf" srcId="{632EC3B1-834F-473C-B09E-518195217741}" destId="{E3D874B7-EB50-473B-966A-295E7421213D}" srcOrd="5" destOrd="0" presId="urn:microsoft.com/office/officeart/2005/8/layout/process1"/>
    <dgm:cxn modelId="{BE7E5BA3-319C-4E07-929D-59F7893E2AA2}" type="presParOf" srcId="{E3D874B7-EB50-473B-966A-295E7421213D}" destId="{7FD19B4E-F474-4E92-9651-CB624E85F5DA}" srcOrd="0" destOrd="0" presId="urn:microsoft.com/office/officeart/2005/8/layout/process1"/>
    <dgm:cxn modelId="{403801E3-4F1D-41DE-9C46-3CBA2C57700E}" type="presParOf" srcId="{632EC3B1-834F-473C-B09E-518195217741}" destId="{4A5336B9-BC78-4BE0-AF78-A7A575D1AB20}" srcOrd="6" destOrd="0" presId="urn:microsoft.com/office/officeart/2005/8/layout/process1"/>
    <dgm:cxn modelId="{69EE6C74-8A7E-44A7-AA49-1130F3B95C32}" type="presParOf" srcId="{632EC3B1-834F-473C-B09E-518195217741}" destId="{086C2E6D-9495-48BE-ACDB-CC3F62FF8FF8}" srcOrd="7" destOrd="0" presId="urn:microsoft.com/office/officeart/2005/8/layout/process1"/>
    <dgm:cxn modelId="{52E7D603-7A88-4540-BBE1-7F0D60C47329}" type="presParOf" srcId="{086C2E6D-9495-48BE-ACDB-CC3F62FF8FF8}" destId="{70B99DC0-95D0-4F4A-95A8-F37ECA4274AA}" srcOrd="0" destOrd="0" presId="urn:microsoft.com/office/officeart/2005/8/layout/process1"/>
    <dgm:cxn modelId="{F74D882D-15A4-4E23-9CFD-F7905519C1A4}" type="presParOf" srcId="{632EC3B1-834F-473C-B09E-518195217741}" destId="{4853B2F7-00DB-44A6-AD26-D44794A70F22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1C302F-2D5D-40F5-80E7-7FFE1645C2E6}">
      <dsp:nvSpPr>
        <dsp:cNvPr id="0" name=""/>
        <dsp:cNvSpPr/>
      </dsp:nvSpPr>
      <dsp:spPr>
        <a:xfrm>
          <a:off x="507659" y="1482"/>
          <a:ext cx="1410054" cy="5516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/>
            <a:t>Train set</a:t>
          </a:r>
          <a:endParaRPr lang="zh-TW" altLang="en-US" sz="1800" kern="1200"/>
        </a:p>
      </dsp:txBody>
      <dsp:txXfrm>
        <a:off x="523815" y="17638"/>
        <a:ext cx="1377742" cy="519298"/>
      </dsp:txXfrm>
    </dsp:sp>
    <dsp:sp modelId="{F79193A9-1C69-44D9-A398-EFD52085263C}">
      <dsp:nvSpPr>
        <dsp:cNvPr id="0" name=""/>
        <dsp:cNvSpPr/>
      </dsp:nvSpPr>
      <dsp:spPr>
        <a:xfrm rot="5400000">
          <a:off x="1109259" y="566883"/>
          <a:ext cx="206853" cy="2482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000" kern="1200"/>
        </a:p>
      </dsp:txBody>
      <dsp:txXfrm rot="-5400000">
        <a:off x="1138219" y="587568"/>
        <a:ext cx="148934" cy="144797"/>
      </dsp:txXfrm>
    </dsp:sp>
    <dsp:sp modelId="{C53E8953-14A1-408F-8DD7-73882A541BCE}">
      <dsp:nvSpPr>
        <dsp:cNvPr id="0" name=""/>
        <dsp:cNvSpPr/>
      </dsp:nvSpPr>
      <dsp:spPr>
        <a:xfrm>
          <a:off x="507659" y="828898"/>
          <a:ext cx="1410054" cy="5516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/>
            <a:t>Dev set</a:t>
          </a:r>
          <a:endParaRPr lang="zh-TW" altLang="en-US" sz="1800" kern="1200"/>
        </a:p>
      </dsp:txBody>
      <dsp:txXfrm>
        <a:off x="523815" y="845054"/>
        <a:ext cx="1377742" cy="519298"/>
      </dsp:txXfrm>
    </dsp:sp>
    <dsp:sp modelId="{4206E5FA-19AE-47A5-8DCF-14DC7A0F7259}">
      <dsp:nvSpPr>
        <dsp:cNvPr id="0" name=""/>
        <dsp:cNvSpPr/>
      </dsp:nvSpPr>
      <dsp:spPr>
        <a:xfrm rot="5400000">
          <a:off x="1109259" y="1394299"/>
          <a:ext cx="206853" cy="2482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000" kern="1200"/>
        </a:p>
      </dsp:txBody>
      <dsp:txXfrm rot="-5400000">
        <a:off x="1138219" y="1414984"/>
        <a:ext cx="148934" cy="144797"/>
      </dsp:txXfrm>
    </dsp:sp>
    <dsp:sp modelId="{1FDDA40F-F051-40DF-80F8-977F0D04EDAE}">
      <dsp:nvSpPr>
        <dsp:cNvPr id="0" name=""/>
        <dsp:cNvSpPr/>
      </dsp:nvSpPr>
      <dsp:spPr>
        <a:xfrm>
          <a:off x="507659" y="1656314"/>
          <a:ext cx="1410054" cy="5516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/>
            <a:t>Progress set</a:t>
          </a:r>
          <a:endParaRPr lang="zh-TW" altLang="en-US" sz="1800" kern="1200"/>
        </a:p>
      </dsp:txBody>
      <dsp:txXfrm>
        <a:off x="523815" y="1672470"/>
        <a:ext cx="1377742" cy="519298"/>
      </dsp:txXfrm>
    </dsp:sp>
    <dsp:sp modelId="{8FE6DAD1-6969-4DA3-A712-FCAD6EA5AC99}">
      <dsp:nvSpPr>
        <dsp:cNvPr id="0" name=""/>
        <dsp:cNvSpPr/>
      </dsp:nvSpPr>
      <dsp:spPr>
        <a:xfrm rot="5400000">
          <a:off x="1109259" y="2221715"/>
          <a:ext cx="206853" cy="2482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000" kern="1200"/>
        </a:p>
      </dsp:txBody>
      <dsp:txXfrm rot="-5400000">
        <a:off x="1138219" y="2242400"/>
        <a:ext cx="148934" cy="144797"/>
      </dsp:txXfrm>
    </dsp:sp>
    <dsp:sp modelId="{129F27F8-5A0B-441A-A739-041F2EE12A94}">
      <dsp:nvSpPr>
        <dsp:cNvPr id="0" name=""/>
        <dsp:cNvSpPr/>
      </dsp:nvSpPr>
      <dsp:spPr>
        <a:xfrm>
          <a:off x="507659" y="2483730"/>
          <a:ext cx="1410054" cy="5516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/>
            <a:t>Eval set</a:t>
          </a:r>
          <a:endParaRPr lang="zh-TW" altLang="en-US" sz="1800" kern="1200"/>
        </a:p>
      </dsp:txBody>
      <dsp:txXfrm>
        <a:off x="523815" y="2499886"/>
        <a:ext cx="1377742" cy="5192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36A3C4-78F6-4516-8859-8278E7E6C60E}">
      <dsp:nvSpPr>
        <dsp:cNvPr id="0" name=""/>
        <dsp:cNvSpPr/>
      </dsp:nvSpPr>
      <dsp:spPr>
        <a:xfrm>
          <a:off x="4036" y="81918"/>
          <a:ext cx="1251377" cy="926801"/>
        </a:xfrm>
        <a:prstGeom prst="roundRect">
          <a:avLst>
            <a:gd name="adj" fmla="val 10000"/>
          </a:avLst>
        </a:prstGeom>
        <a:solidFill>
          <a:schemeClr val="tx1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>
              <a:latin typeface="微軟正黑體" panose="020B0604030504040204" pitchFamily="34" charset="-120"/>
              <a:ea typeface="微軟正黑體" panose="020B0604030504040204" pitchFamily="34" charset="-120"/>
            </a:rPr>
            <a:t>V0 API</a:t>
          </a:r>
          <a:br>
            <a:rPr lang="en-US" altLang="zh-TW" sz="1800" kern="120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1800" kern="1200">
              <a:latin typeface="微軟正黑體" panose="020B0604030504040204" pitchFamily="34" charset="-120"/>
              <a:ea typeface="微軟正黑體" panose="020B0604030504040204" pitchFamily="34" charset="-120"/>
            </a:rPr>
            <a:t>雛形</a:t>
          </a:r>
        </a:p>
      </dsp:txBody>
      <dsp:txXfrm>
        <a:off x="31181" y="109063"/>
        <a:ext cx="1197087" cy="872511"/>
      </dsp:txXfrm>
    </dsp:sp>
    <dsp:sp modelId="{2F165ED4-B3A1-4B37-8DC6-33FA28C0A9E4}">
      <dsp:nvSpPr>
        <dsp:cNvPr id="0" name=""/>
        <dsp:cNvSpPr/>
      </dsp:nvSpPr>
      <dsp:spPr>
        <a:xfrm>
          <a:off x="1380551" y="390148"/>
          <a:ext cx="265291" cy="3103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800" kern="120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380551" y="452216"/>
        <a:ext cx="185704" cy="186205"/>
      </dsp:txXfrm>
    </dsp:sp>
    <dsp:sp modelId="{5E6D8A24-821D-43E3-AECD-02175979BA5E}">
      <dsp:nvSpPr>
        <dsp:cNvPr id="0" name=""/>
        <dsp:cNvSpPr/>
      </dsp:nvSpPr>
      <dsp:spPr>
        <a:xfrm>
          <a:off x="1755964" y="81918"/>
          <a:ext cx="1251377" cy="9268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>
              <a:latin typeface="微軟正黑體" panose="020B0604030504040204" pitchFamily="34" charset="-120"/>
              <a:ea typeface="微軟正黑體" panose="020B0604030504040204" pitchFamily="34" charset="-120"/>
            </a:rPr>
            <a:t>開發核心</a:t>
          </a:r>
          <a:br>
            <a:rPr lang="en-US" altLang="zh-TW" sz="1800" kern="120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1800" kern="1200">
              <a:latin typeface="微軟正黑體" panose="020B0604030504040204" pitchFamily="34" charset="-120"/>
              <a:ea typeface="微軟正黑體" panose="020B0604030504040204" pitchFamily="34" charset="-120"/>
            </a:rPr>
            <a:t>程式</a:t>
          </a:r>
          <a:r>
            <a:rPr lang="en-US" altLang="zh-TW" sz="1800" kern="1200">
              <a:latin typeface="微軟正黑體" panose="020B0604030504040204" pitchFamily="34" charset="-120"/>
              <a:ea typeface="微軟正黑體" panose="020B0604030504040204" pitchFamily="34" charset="-120"/>
            </a:rPr>
            <a:t>(</a:t>
          </a:r>
          <a:r>
            <a:rPr lang="zh-TW" altLang="en-US" sz="1800" kern="1200">
              <a:latin typeface="微軟正黑體" panose="020B0604030504040204" pitchFamily="34" charset="-120"/>
              <a:ea typeface="微軟正黑體" panose="020B0604030504040204" pitchFamily="34" charset="-120"/>
            </a:rPr>
            <a:t>模型</a:t>
          </a:r>
          <a:r>
            <a:rPr lang="en-US" altLang="zh-TW" sz="1800" kern="1200">
              <a:latin typeface="微軟正黑體" panose="020B0604030504040204" pitchFamily="34" charset="-120"/>
              <a:ea typeface="微軟正黑體" panose="020B0604030504040204" pitchFamily="34" charset="-120"/>
            </a:rPr>
            <a:t>)</a:t>
          </a:r>
          <a:endParaRPr lang="zh-TW" altLang="en-US" sz="1800" kern="120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83109" y="109063"/>
        <a:ext cx="1197087" cy="872511"/>
      </dsp:txXfrm>
    </dsp:sp>
    <dsp:sp modelId="{91C072E1-2DA6-47DA-B4F6-D761EB052929}">
      <dsp:nvSpPr>
        <dsp:cNvPr id="0" name=""/>
        <dsp:cNvSpPr/>
      </dsp:nvSpPr>
      <dsp:spPr>
        <a:xfrm>
          <a:off x="3132479" y="390148"/>
          <a:ext cx="265291" cy="3103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800" kern="120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132479" y="452216"/>
        <a:ext cx="185704" cy="186205"/>
      </dsp:txXfrm>
    </dsp:sp>
    <dsp:sp modelId="{775B7F4B-EAF4-4756-9118-9E6CB5D09594}">
      <dsp:nvSpPr>
        <dsp:cNvPr id="0" name=""/>
        <dsp:cNvSpPr/>
      </dsp:nvSpPr>
      <dsp:spPr>
        <a:xfrm>
          <a:off x="3507892" y="81918"/>
          <a:ext cx="1251377" cy="9268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>
              <a:latin typeface="微軟正黑體" panose="020B0604030504040204" pitchFamily="34" charset="-120"/>
              <a:ea typeface="微軟正黑體" panose="020B0604030504040204" pitchFamily="34" charset="-120"/>
            </a:rPr>
            <a:t>測試核心</a:t>
          </a:r>
          <a:br>
            <a:rPr lang="en-US" altLang="zh-TW" sz="1800" kern="120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1800" kern="1200">
              <a:latin typeface="微軟正黑體" panose="020B0604030504040204" pitchFamily="34" charset="-120"/>
              <a:ea typeface="微軟正黑體" panose="020B0604030504040204" pitchFamily="34" charset="-120"/>
            </a:rPr>
            <a:t>程式</a:t>
          </a:r>
        </a:p>
      </dsp:txBody>
      <dsp:txXfrm>
        <a:off x="3535037" y="109063"/>
        <a:ext cx="1197087" cy="872511"/>
      </dsp:txXfrm>
    </dsp:sp>
    <dsp:sp modelId="{E3D874B7-EB50-473B-966A-295E7421213D}">
      <dsp:nvSpPr>
        <dsp:cNvPr id="0" name=""/>
        <dsp:cNvSpPr/>
      </dsp:nvSpPr>
      <dsp:spPr>
        <a:xfrm>
          <a:off x="4884407" y="390148"/>
          <a:ext cx="265291" cy="3103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800" kern="120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4884407" y="452216"/>
        <a:ext cx="185704" cy="186205"/>
      </dsp:txXfrm>
    </dsp:sp>
    <dsp:sp modelId="{4A5336B9-BC78-4BE0-AF78-A7A575D1AB20}">
      <dsp:nvSpPr>
        <dsp:cNvPr id="0" name=""/>
        <dsp:cNvSpPr/>
      </dsp:nvSpPr>
      <dsp:spPr>
        <a:xfrm>
          <a:off x="5259820" y="81918"/>
          <a:ext cx="1251377" cy="926801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>
              <a:latin typeface="微軟正黑體" panose="020B0604030504040204" pitchFamily="34" charset="-120"/>
              <a:ea typeface="微軟正黑體" panose="020B0604030504040204" pitchFamily="34" charset="-120"/>
            </a:rPr>
            <a:t>API</a:t>
          </a:r>
          <a:r>
            <a:rPr lang="zh-TW" altLang="en-US" sz="1800" kern="1200">
              <a:latin typeface="微軟正黑體" panose="020B0604030504040204" pitchFamily="34" charset="-120"/>
              <a:ea typeface="微軟正黑體" panose="020B0604030504040204" pitchFamily="34" charset="-120"/>
            </a:rPr>
            <a:t>與核心整合</a:t>
          </a:r>
        </a:p>
      </dsp:txBody>
      <dsp:txXfrm>
        <a:off x="5286965" y="109063"/>
        <a:ext cx="1197087" cy="872511"/>
      </dsp:txXfrm>
    </dsp:sp>
    <dsp:sp modelId="{086C2E6D-9495-48BE-ACDB-CC3F62FF8FF8}">
      <dsp:nvSpPr>
        <dsp:cNvPr id="0" name=""/>
        <dsp:cNvSpPr/>
      </dsp:nvSpPr>
      <dsp:spPr>
        <a:xfrm>
          <a:off x="6636335" y="390148"/>
          <a:ext cx="265291" cy="3103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kern="120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6636335" y="452216"/>
        <a:ext cx="185704" cy="186205"/>
      </dsp:txXfrm>
    </dsp:sp>
    <dsp:sp modelId="{4853B2F7-00DB-44A6-AD26-D44794A70F22}">
      <dsp:nvSpPr>
        <dsp:cNvPr id="0" name=""/>
        <dsp:cNvSpPr/>
      </dsp:nvSpPr>
      <dsp:spPr>
        <a:xfrm>
          <a:off x="7011748" y="81918"/>
          <a:ext cx="1251377" cy="926801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>
              <a:latin typeface="微軟正黑體" panose="020B0604030504040204" pitchFamily="34" charset="-120"/>
              <a:ea typeface="微軟正黑體" panose="020B0604030504040204" pitchFamily="34" charset="-120"/>
            </a:rPr>
            <a:t>API</a:t>
          </a:r>
          <a:r>
            <a:rPr lang="zh-TW" altLang="en-US" sz="1800" kern="1200">
              <a:latin typeface="微軟正黑體" panose="020B0604030504040204" pitchFamily="34" charset="-120"/>
              <a:ea typeface="微軟正黑體" panose="020B0604030504040204" pitchFamily="34" charset="-120"/>
            </a:rPr>
            <a:t>測試</a:t>
          </a:r>
          <a:br>
            <a:rPr lang="en-US" altLang="zh-TW" sz="1800" kern="120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altLang="zh-TW" sz="1800" kern="1200">
              <a:latin typeface="微軟正黑體" panose="020B0604030504040204" pitchFamily="34" charset="-120"/>
              <a:ea typeface="微軟正黑體" panose="020B0604030504040204" pitchFamily="34" charset="-120"/>
            </a:rPr>
            <a:t>(e2e test)</a:t>
          </a:r>
          <a:endParaRPr lang="zh-TW" altLang="en-US" sz="1800" kern="120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7038893" y="109063"/>
        <a:ext cx="1197087" cy="8725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E6C95-52A8-4AB1-AF5F-B04E2CE6C9DD}" type="datetimeFigureOut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AC29A4-8D27-4705-A27B-00DB9535C2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407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C29A4-8D27-4705-A27B-00DB9535C26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1814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b="0" i="0" u="none" strike="noStrike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527DC-DC58-4BEE-B85B-47AA7C5E2F6D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5824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527DC-DC58-4BEE-B85B-47AA7C5E2F6D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1642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B27505-A3CB-BEAC-1FA5-05748EBA6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2CB375D-2335-081D-1607-9EB281050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F8D634E-6009-D34A-C485-AF5E53D0E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D9DBE-5C68-0648-978A-A7EDEDFEEC87}" type="datetime1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EC3A67-DDF2-8E16-6362-EA65AC401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779CE3-5ED7-8CAD-4B9E-836C91E03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92AD-2C82-45F7-ABB6-E65DEC9684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6087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FAA13B-0AFB-380E-6900-4A1372F17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4304CF-5C79-30A4-4E12-9EC818E64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25821BC-8CDA-BC61-4A79-569A56212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AB9D-07FC-2743-8BEE-D0CCC1CD4C8C}" type="datetime1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9DD2CEF-4BD7-D893-CA51-4B9D3F7DB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47DDBE-837F-FA57-BBE5-2D3E404AC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92AD-2C82-45F7-ABB6-E65DEC9684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5206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D9DDCC-0D16-AD6F-575D-9888E8FAC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58BEF80-66AD-5D68-072F-493B3A066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6071597-4F1E-8A15-2B54-AE3321328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A9D9B-B90E-DD46-86F1-7F8F57412788}" type="datetime1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52836A-BEFE-5B9D-7088-FF49AABDA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076AF7-727B-857D-13FE-23F5259B2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92AD-2C82-45F7-ABB6-E65DEC9684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8469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A13EB9-ACD9-2F3A-960D-99DB4C46D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F0AC5A-16FB-E055-6ED1-2E6D0CD4B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C7E25E4-97FB-3D42-B6D4-CBF06445A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D7CDC3A-CF40-B9AB-2B56-490ABB301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1107-B962-C440-9C21-7C2A6DF588E7}" type="datetime1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21E5408-782C-F47E-ACC9-6F09FC39D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6DA4F98-837C-9815-AF0D-A4A8FFC6A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92AD-2C82-45F7-ABB6-E65DEC9684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6732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7A5B1B-5F5A-C599-F5D2-9DED6F674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6EC70C6-87E9-EE0F-6630-7D7C4F585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D9994EA-80A5-BAE8-1951-3435F1FA1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13C46B9-5765-E819-A845-01DFB5DD88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05D19CC-F64E-B00C-4C3B-0E63596102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C03CECA-738C-5BFB-F94B-2B47584F3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97160-7E69-5C46-B1F1-099F3EDBFDDE}" type="datetime1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9B0F0D4-9AEC-3050-F920-B7FCD0D77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6C3BAE2-FCD7-95CF-3654-2C2108799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92AD-2C82-45F7-ABB6-E65DEC9684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4058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88A1C8-DDD1-3FF4-F32F-88DB4B683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A400FE-EB6D-A92E-17A7-D175D02EE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E20F0-ED9B-A546-921F-FDE6D1E88B47}" type="datetime1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C5D904A-1E8D-FC5F-47E2-F397A12FC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1C67888-F5C0-DBC9-8A1B-5C97C9454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92AD-2C82-45F7-ABB6-E65DEC9684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9566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FD8CA9C-2E84-E657-C7E4-7209B11E0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65F6-5078-9D4C-A4AD-19FD42E10E3B}" type="datetime1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E56ABEF-AE60-28EB-07C2-A238A20E4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F0A15A-109E-DB06-51A1-3383DF037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92AD-2C82-45F7-ABB6-E65DEC9684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5109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1F1640-B34A-0D84-B718-655A6A7A6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76631A-A5BF-8322-CC4A-6047D7E7F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955DA7D-0C0E-8653-162E-C7B46D119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E091D84-5C11-4CEB-C9DF-AFAA175AC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A6C3C-A0F5-5D4A-A408-668D646AA159}" type="datetime1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8856A1C-5294-A638-E095-1DBA91FC8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2485077-41AA-C5F6-E0DB-678D20AB3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92AD-2C82-45F7-ABB6-E65DEC9684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385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F00EF5-5369-88C8-CA21-0F34DBE24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D23A63A-3BD0-C434-EE79-2E7A40F5A7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F42DBD7-74ED-9E83-A2DD-B701FDA499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B890C4B-4911-B377-A26C-5BB844D5A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20BC6-CDA4-0147-AFCC-10FE568C64B0}" type="datetime1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691E489-518D-B668-114E-4B2CB574B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7B2D6AA-DA0A-1491-BCEE-C96C759C2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92AD-2C82-45F7-ABB6-E65DEC9684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6087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6C62DF-3C9F-1FF2-6EC6-44E280A6E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1832444-A035-B1DC-C6F3-348E9BC41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A576AB-2CCE-8ACB-5357-8DBB7EC5C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64936-028B-634C-83B6-9DFBC61F7C87}" type="datetime1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0E3FF59-BDF1-BA72-C4DF-5EA8F8C34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325D81-7CFC-5DB1-E1FD-5CC48A47B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92AD-2C82-45F7-ABB6-E65DEC9684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1728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5C9C4E2-F84D-AFCB-1D5D-21BCF88B54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E1B86F0-405C-827C-A6E3-90A11D0DF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9BCC52-56F6-2471-BFF5-11BEAE302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D1146-59AD-5D43-8E82-5DE519AA7997}" type="datetime1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B5002F-FB42-70D1-75AB-BD19F0855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81FE8B-2405-42DF-EF03-10991B9F1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92AD-2C82-45F7-ABB6-E65DEC9684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1290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AE564C6-4442-3ACC-68AC-2FD35CE2F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17079F1-D3C9-7EFD-2DAC-2C636B549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D76A2C4-4302-61FA-6F4D-820BBF40AA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80D291-631B-8D41-BF66-A2D416A2401D}" type="datetime1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054D8F-2FAD-EFC2-BAB9-1AE8F3CFBC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FB30A7-A8F7-031C-053E-86D8F11E2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892AD-2C82-45F7-ABB6-E65DEC9684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535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aconda.com/anaconda/install/" TargetMode="External"/><Relationship Id="rId2" Type="http://schemas.openxmlformats.org/officeDocument/2006/relationships/hyperlink" Target="https://drive.google.com/drive/folders/1AVgPCRcoMZ794miuUSzdDhiAP2jtB3Fd?usp=sharin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hyperlink" Target="https://www.asvspoof.org/" TargetMode="External"/><Relationship Id="rId7" Type="http://schemas.openxmlformats.org/officeDocument/2006/relationships/diagramQuickStyle" Target="../diagrams/quickStyle1.xml"/><Relationship Id="rId2" Type="http://schemas.openxmlformats.org/officeDocument/2006/relationships/hyperlink" Target="https://www.asvspoof.org/index2021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microsoft.com/office/2007/relationships/diagramDrawing" Target="../diagrams/drawin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202.12233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share.ed.ac.uk/handle/10283/3336" TargetMode="External"/><Relationship Id="rId2" Type="http://schemas.openxmlformats.org/officeDocument/2006/relationships/hyperlink" Target="https://github.com/TakHemlata/SSL_Anti-spoof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hyperlink" Target="https://github.com/microsoft/unilm/tree/master/wavlm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OAI/OpenAPI-Specification/blob/main/versions/3.0.3.md" TargetMode="Externa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AVgPCRcoMZ794miuUSzdDhiAP2jtB3Fd?usp=sharing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ocalhost:8085/ui/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hyperlink" Target="https://github.com/TakHemlata/SSL_Anti-spoofing/blob/main/model.py" TargetMode="External"/><Relationship Id="rId7" Type="http://schemas.openxmlformats.org/officeDocument/2006/relationships/diagramColors" Target="../diagrams/colors2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94DD915-B6FC-DF10-4AD2-FCBE727E8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zh-TW" altLang="en-US" sz="3600" b="1" kern="1200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講義</a:t>
            </a:r>
            <a:r>
              <a:rPr kumimoji="1" lang="en-US" altLang="zh-TW" sz="3600" b="1" kern="1200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</a:t>
            </a:r>
            <a:r>
              <a:rPr kumimoji="1" lang="zh-TW" altLang="en-US" sz="3600" b="1" kern="1200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課程資源下載</a:t>
            </a:r>
          </a:p>
        </p:txBody>
      </p:sp>
      <p:pic>
        <p:nvPicPr>
          <p:cNvPr id="6" name="內容版面配置區 5" descr="一張含有 螢幕擷取畫面, 圖形, 設計 的圖片&#10;&#10;自動產生的描述">
            <a:extLst>
              <a:ext uri="{FF2B5EF4-FFF2-40B4-BE49-F238E27FC236}">
                <a16:creationId xmlns:a16="http://schemas.microsoft.com/office/drawing/2014/main" id="{48317F96-CBA9-F858-0E76-C19105B268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296" y="643466"/>
            <a:ext cx="5568739" cy="5568739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17101B-8AA5-3279-4B32-20B4DBCF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88892AD-2C82-45F7-ABB6-E65DEC9684C9}" type="slidenum">
              <a:rPr lang="en-US" altLang="zh-TW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0</a:t>
            </a:fld>
            <a:endParaRPr lang="en-US" altLang="zh-TW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711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6DE22-F351-A7F6-F796-86D24CAA0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6867" y="1137425"/>
            <a:ext cx="7598229" cy="24026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4400"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en-US" altLang="zh-TW" sz="440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4400">
                <a:latin typeface="微軟正黑體" panose="020B0604030504040204" pitchFamily="34" charset="-120"/>
                <a:ea typeface="微軟正黑體" panose="020B0604030504040204" pitchFamily="34" charset="-120"/>
              </a:rPr>
              <a:t>之盾，防</a:t>
            </a:r>
            <a:r>
              <a:rPr lang="en-US" altLang="zh-TW" sz="440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4400">
                <a:latin typeface="微軟正黑體" panose="020B0604030504040204" pitchFamily="34" charset="-120"/>
                <a:ea typeface="微軟正黑體" panose="020B0604030504040204" pitchFamily="34" charset="-120"/>
              </a:rPr>
              <a:t>之矛​</a:t>
            </a:r>
            <a:br>
              <a:rPr lang="en-US" altLang="zh-TW" sz="440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語音偵偽技術及應用工具簡介</a:t>
            </a:r>
            <a:endParaRPr lang="zh-TW" altLang="en-US" sz="4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93D6795-D2E8-EAA7-664C-AA71272A9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88426" y="4030978"/>
            <a:ext cx="5495109" cy="1312817"/>
          </a:xfrm>
        </p:spPr>
        <p:txBody>
          <a:bodyPr>
            <a:norm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中華電信研究院 前瞻所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2024/10/04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46834B2-F6A5-EB79-F156-66A014C6C39F}"/>
              </a:ext>
            </a:extLst>
          </p:cNvPr>
          <p:cNvSpPr txBox="1"/>
          <p:nvPr/>
        </p:nvSpPr>
        <p:spPr>
          <a:xfrm>
            <a:off x="10050036" y="6356195"/>
            <a:ext cx="2063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梅竹黑客松工作坊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7557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F995A1-EA15-8FE1-3443-A05CA06FF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63229"/>
          </a:xfrm>
        </p:spPr>
        <p:txBody>
          <a:bodyPr>
            <a:normAutofit/>
          </a:bodyPr>
          <a:lstStyle/>
          <a:p>
            <a:pPr algn="ctr"/>
            <a:r>
              <a:rPr lang="zh-TW" altLang="en-US" sz="36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72AEDC-9B8C-4BB1-EC37-C6D19833A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334" y="1799498"/>
            <a:ext cx="10217331" cy="4483735"/>
          </a:xfrm>
        </p:spPr>
        <p:txBody>
          <a:bodyPr>
            <a:normAutofit/>
          </a:bodyPr>
          <a:lstStyle/>
          <a:p>
            <a:pPr rtl="0">
              <a:spcBef>
                <a:spcPts val="1800"/>
              </a:spcBef>
              <a:buFont typeface="Wingdings" panose="05000000000000000000" pitchFamily="2" charset="2"/>
              <a:buChar char="u"/>
              <a:tabLst>
                <a:tab pos="352425" algn="l"/>
              </a:tabLst>
            </a:pP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課程資源</a:t>
            </a:r>
            <a:endParaRPr lang="en-US" altLang="zh-TW" sz="2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rtl="0">
              <a:spcBef>
                <a:spcPts val="1800"/>
              </a:spcBef>
              <a:buFont typeface="Wingdings" panose="05000000000000000000" pitchFamily="2" charset="2"/>
              <a:buChar char="u"/>
              <a:tabLst>
                <a:tab pos="352425" algn="l"/>
              </a:tabLst>
            </a:pP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語音偵偽系統架構及評分重點</a:t>
            </a:r>
            <a:endParaRPr lang="en-US" altLang="zh-TW" sz="2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rtl="0">
              <a:spcBef>
                <a:spcPts val="1800"/>
              </a:spcBef>
              <a:buFont typeface="Wingdings" panose="05000000000000000000" pitchFamily="2" charset="2"/>
              <a:buChar char="u"/>
              <a:tabLst>
                <a:tab pos="352425" algn="l"/>
              </a:tabLst>
            </a:pP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語音偵偽技術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--</a:t>
            </a:r>
            <a:r>
              <a:rPr lang="en-US" altLang="zh-TW" sz="240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ASVSpoof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競賽簡介</a:t>
            </a:r>
          </a:p>
          <a:p>
            <a:pPr rtl="0">
              <a:spcBef>
                <a:spcPts val="1800"/>
              </a:spcBef>
              <a:buFont typeface="Wingdings" panose="05000000000000000000" pitchFamily="2" charset="2"/>
              <a:buChar char="u"/>
              <a:tabLst>
                <a:tab pos="352425" algn="l"/>
              </a:tabLst>
            </a:pP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語音偵偽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Baseline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-- Wav2vec-AASIST</a:t>
            </a: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u"/>
              <a:tabLst>
                <a:tab pos="352425" algn="l"/>
              </a:tabLst>
            </a:pP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Mocking API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介紹與使用方法</a:t>
            </a:r>
            <a:endParaRPr lang="en-US" altLang="zh-TW" sz="2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u"/>
              <a:tabLst>
                <a:tab pos="352425" algn="l"/>
              </a:tabLst>
            </a:pP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整合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 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加分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7B6AAF-81B6-BA98-06EB-8F0533778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92AD-2C82-45F7-ABB6-E65DEC9684C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8538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F0C37A-77A6-AFE5-2F25-3B0C8C2EB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777"/>
            <a:ext cx="10515600" cy="887927"/>
          </a:xfrm>
        </p:spPr>
        <p:txBody>
          <a:bodyPr>
            <a:normAutofit/>
          </a:bodyPr>
          <a:lstStyle/>
          <a:p>
            <a:pPr algn="ctr"/>
            <a:r>
              <a:rPr lang="zh-TW" altLang="en-US" sz="3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課程資源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47456B-F209-A0E5-A4C5-5B104BC78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9251"/>
            <a:ext cx="10515600" cy="49277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課程資源載點：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202410_Hackathon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Docker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使用者：下載映像檔、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測試文本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Docker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替代方案：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Anaconda</a:t>
            </a:r>
          </a:p>
          <a:p>
            <a:pPr lvl="1"/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下載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anaconda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https://docs.anaconda.com/anaconda/install/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下載專案程式碼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project_spf_v0_api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、環境配置文件 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environment.yaml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7420DA3-CC46-3E14-54C1-44D54F1EBC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0802"/>
          <a:stretch/>
        </p:blipFill>
        <p:spPr>
          <a:xfrm>
            <a:off x="8229777" y="3758743"/>
            <a:ext cx="3297021" cy="203238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A792163-839E-CCE8-8D33-D8F1BE0077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259917"/>
            <a:ext cx="7104514" cy="316507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7E93765-F984-90FA-690A-27F14CD4EAFC}"/>
              </a:ext>
            </a:extLst>
          </p:cNvPr>
          <p:cNvSpPr/>
          <p:nvPr/>
        </p:nvSpPr>
        <p:spPr>
          <a:xfrm>
            <a:off x="8229777" y="4286777"/>
            <a:ext cx="2825869" cy="4765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06F29A0-B0AB-3DAD-128D-2D146DB32C34}"/>
              </a:ext>
            </a:extLst>
          </p:cNvPr>
          <p:cNvSpPr/>
          <p:nvPr/>
        </p:nvSpPr>
        <p:spPr>
          <a:xfrm>
            <a:off x="838200" y="5589431"/>
            <a:ext cx="1892121" cy="9272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9CAC0B4-CB05-AAF9-1A9B-CB240DB4672A}"/>
              </a:ext>
            </a:extLst>
          </p:cNvPr>
          <p:cNvSpPr txBox="1"/>
          <p:nvPr/>
        </p:nvSpPr>
        <p:spPr>
          <a:xfrm>
            <a:off x="2910626" y="5868404"/>
            <a:ext cx="2318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依電腦系統選擇載點</a:t>
            </a:r>
          </a:p>
        </p:txBody>
      </p: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AEE53F43-F850-D8F2-CE1E-829CFA1B8906}"/>
              </a:ext>
            </a:extLst>
          </p:cNvPr>
          <p:cNvCxnSpPr>
            <a:cxnSpLocks/>
          </p:cNvCxnSpPr>
          <p:nvPr/>
        </p:nvCxnSpPr>
        <p:spPr>
          <a:xfrm>
            <a:off x="5616112" y="1756611"/>
            <a:ext cx="5737688" cy="2768425"/>
          </a:xfrm>
          <a:prstGeom prst="bentConnector3">
            <a:avLst>
              <a:gd name="adj1" fmla="val 10692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8E640C62-94A0-6F96-B42B-C114A5EE57E6}"/>
              </a:ext>
            </a:extLst>
          </p:cNvPr>
          <p:cNvSpPr txBox="1"/>
          <p:nvPr/>
        </p:nvSpPr>
        <p:spPr>
          <a:xfrm>
            <a:off x="8123019" y="5926761"/>
            <a:ext cx="3546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202410_Hackathon 雲端資料夾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0DEBF9-8E8A-3DBF-40A0-A37EC9463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92AD-2C82-45F7-ABB6-E65DEC9684C9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2D6F46-6BE2-4544-CE4C-EC13209CA60D}"/>
              </a:ext>
            </a:extLst>
          </p:cNvPr>
          <p:cNvSpPr/>
          <p:nvPr/>
        </p:nvSpPr>
        <p:spPr>
          <a:xfrm>
            <a:off x="8229777" y="5261273"/>
            <a:ext cx="3297021" cy="4765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肘形接點 12">
            <a:extLst>
              <a:ext uri="{FF2B5EF4-FFF2-40B4-BE49-F238E27FC236}">
                <a16:creationId xmlns:a16="http://schemas.microsoft.com/office/drawing/2014/main" id="{E09CBEDA-9EEB-960E-E405-B3E4C0516102}"/>
              </a:ext>
            </a:extLst>
          </p:cNvPr>
          <p:cNvCxnSpPr>
            <a:cxnSpLocks/>
            <a:endCxn id="6" idx="3"/>
          </p:cNvCxnSpPr>
          <p:nvPr/>
        </p:nvCxnSpPr>
        <p:spPr>
          <a:xfrm>
            <a:off x="6990347" y="1756613"/>
            <a:ext cx="4536451" cy="3742919"/>
          </a:xfrm>
          <a:prstGeom prst="bentConnector3">
            <a:avLst>
              <a:gd name="adj1" fmla="val 105039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244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D7607A8E-F810-B008-88CD-192BACA73506}"/>
              </a:ext>
            </a:extLst>
          </p:cNvPr>
          <p:cNvSpPr/>
          <p:nvPr/>
        </p:nvSpPr>
        <p:spPr>
          <a:xfrm>
            <a:off x="4289502" y="2375209"/>
            <a:ext cx="3612995" cy="29439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zh-TW" altLang="zh-TW" sz="1800" b="1" i="0" u="none" strike="noStrike">
                <a:solidFill>
                  <a:srgbClr val="000000"/>
                </a:solidFill>
                <a:effectLst/>
                <a:ea typeface="微軟正黑體" panose="020B0604030504040204" pitchFamily="34" charset="-120"/>
              </a:rPr>
              <a:t>作品</a:t>
            </a:r>
            <a:r>
              <a:rPr lang="zh-TW" altLang="en-US" b="1">
                <a:solidFill>
                  <a:srgbClr val="000000"/>
                </a:solidFill>
                <a:ea typeface="微軟正黑體" panose="020B0604030504040204" pitchFamily="34" charset="-120"/>
              </a:rPr>
              <a:t>完成度 </a:t>
            </a:r>
            <a:r>
              <a:rPr lang="en-US" altLang="zh-TW" b="1">
                <a:solidFill>
                  <a:srgbClr val="000000"/>
                </a:solidFill>
                <a:ea typeface="微軟正黑體" panose="020B0604030504040204" pitchFamily="34" charset="-120"/>
              </a:rPr>
              <a:t>30%</a:t>
            </a:r>
            <a:endParaRPr lang="zh-TW" altLang="en-US"/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E1BAF367-CF21-C181-E1E1-D6CDEEDA268E}"/>
              </a:ext>
            </a:extLst>
          </p:cNvPr>
          <p:cNvSpPr/>
          <p:nvPr/>
        </p:nvSpPr>
        <p:spPr>
          <a:xfrm>
            <a:off x="8125522" y="2375209"/>
            <a:ext cx="3612995" cy="29439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zh-TW" altLang="zh-TW" sz="1800" b="1" i="0" u="none" strike="noStrike">
                <a:solidFill>
                  <a:srgbClr val="000000"/>
                </a:solidFill>
                <a:effectLst/>
                <a:ea typeface="微軟正黑體" panose="020B0604030504040204" pitchFamily="34" charset="-120"/>
              </a:rPr>
              <a:t>作品</a:t>
            </a:r>
            <a:r>
              <a:rPr lang="zh-TW" altLang="en-US" sz="1800" b="1" i="0" u="none" strike="noStrike">
                <a:solidFill>
                  <a:srgbClr val="000000"/>
                </a:solidFill>
                <a:effectLst/>
                <a:ea typeface="微軟正黑體" panose="020B0604030504040204" pitchFamily="34" charset="-120"/>
              </a:rPr>
              <a:t>技術</a:t>
            </a:r>
            <a:r>
              <a:rPr lang="zh-TW" altLang="zh-TW" sz="1800" b="1" i="0" u="none" strike="noStrike">
                <a:solidFill>
                  <a:srgbClr val="000000"/>
                </a:solidFill>
                <a:effectLst/>
                <a:ea typeface="微軟正黑體" panose="020B0604030504040204" pitchFamily="34" charset="-120"/>
              </a:rPr>
              <a:t>性</a:t>
            </a:r>
            <a:r>
              <a:rPr lang="zh-TW" altLang="en-US" sz="1800" b="1" i="0" u="none" strike="noStrike">
                <a:solidFill>
                  <a:srgbClr val="000000"/>
                </a:solidFill>
                <a:effectLst/>
                <a:ea typeface="微軟正黑體" panose="020B0604030504040204" pitchFamily="34" charset="-120"/>
              </a:rPr>
              <a:t> </a:t>
            </a:r>
            <a:r>
              <a:rPr lang="en-US" altLang="zh-TW" sz="1800" b="1" i="0" u="none" strike="noStrike">
                <a:solidFill>
                  <a:srgbClr val="000000"/>
                </a:solidFill>
                <a:effectLst/>
                <a:ea typeface="微軟正黑體" panose="020B0604030504040204" pitchFamily="34" charset="-120"/>
              </a:rPr>
              <a:t>30%</a:t>
            </a:r>
            <a:endParaRPr lang="zh-TW" altLang="en-US"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D1AD1BDA-63EC-1DB1-AE00-0C271E99DC40}"/>
              </a:ext>
            </a:extLst>
          </p:cNvPr>
          <p:cNvSpPr/>
          <p:nvPr/>
        </p:nvSpPr>
        <p:spPr>
          <a:xfrm>
            <a:off x="453483" y="2375209"/>
            <a:ext cx="3612995" cy="29439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zh-TW" altLang="zh-TW" sz="1800" b="1" i="0" u="none" strike="noStrike">
                <a:solidFill>
                  <a:srgbClr val="000000"/>
                </a:solidFill>
                <a:effectLst/>
                <a:ea typeface="微軟正黑體" panose="020B0604030504040204" pitchFamily="34" charset="-120"/>
              </a:rPr>
              <a:t>作品創意性</a:t>
            </a:r>
            <a:r>
              <a:rPr lang="zh-TW" altLang="en-US" sz="1800" b="1" i="0" u="none" strike="noStrike">
                <a:solidFill>
                  <a:srgbClr val="000000"/>
                </a:solidFill>
                <a:effectLst/>
                <a:ea typeface="微軟正黑體" panose="020B0604030504040204" pitchFamily="34" charset="-120"/>
              </a:rPr>
              <a:t> </a:t>
            </a:r>
            <a:r>
              <a:rPr lang="en-US" altLang="zh-TW" sz="1800" b="1" i="0" u="none" strike="noStrike">
                <a:solidFill>
                  <a:srgbClr val="000000"/>
                </a:solidFill>
                <a:effectLst/>
                <a:ea typeface="微軟正黑體" panose="020B0604030504040204" pitchFamily="34" charset="-120"/>
              </a:rPr>
              <a:t>40%</a:t>
            </a:r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56A10F6-0005-F27E-C2DA-CC33796C1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TW" altLang="en-US" sz="3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語音偵偽系統架構及評分重點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B2AA4D08-8B2E-155C-B4A7-11FAF478C711}"/>
              </a:ext>
            </a:extLst>
          </p:cNvPr>
          <p:cNvSpPr/>
          <p:nvPr/>
        </p:nvSpPr>
        <p:spPr>
          <a:xfrm>
            <a:off x="1312122" y="2904891"/>
            <a:ext cx="1884557" cy="172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APP</a:t>
            </a:r>
          </a:p>
          <a:p>
            <a:pPr algn="ctr">
              <a:lnSpc>
                <a:spcPct val="150000"/>
              </a:lnSpc>
            </a:pP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網頁</a:t>
            </a:r>
            <a:endParaRPr lang="en-US" altLang="zh-TW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No Code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工具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2B73043-ABEB-2740-DA06-7601E723775F}"/>
              </a:ext>
            </a:extLst>
          </p:cNvPr>
          <p:cNvSpPr/>
          <p:nvPr/>
        </p:nvSpPr>
        <p:spPr>
          <a:xfrm>
            <a:off x="3717073" y="2904891"/>
            <a:ext cx="4858216" cy="172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indent="177800">
              <a:lnSpc>
                <a:spcPct val="150000"/>
              </a:lnSpc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Mocking API</a:t>
            </a:r>
          </a:p>
          <a:p>
            <a:pPr indent="177800">
              <a:lnSpc>
                <a:spcPct val="150000"/>
              </a:lnSpc>
            </a:pP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語音偵偽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731A4DE-1A20-D8E8-5F4C-4F72670815A7}"/>
              </a:ext>
            </a:extLst>
          </p:cNvPr>
          <p:cNvSpPr/>
          <p:nvPr/>
        </p:nvSpPr>
        <p:spPr>
          <a:xfrm>
            <a:off x="5880410" y="3094463"/>
            <a:ext cx="2122449" cy="134372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語音偵偽模型</a:t>
            </a:r>
            <a:endParaRPr lang="en-US" altLang="zh-TW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推論模組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CFC253F-71D6-2E76-3F62-DE08C73E4B94}"/>
              </a:ext>
            </a:extLst>
          </p:cNvPr>
          <p:cNvSpPr/>
          <p:nvPr/>
        </p:nvSpPr>
        <p:spPr>
          <a:xfrm>
            <a:off x="8984170" y="2904891"/>
            <a:ext cx="2066689" cy="172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資料集蒐集方法</a:t>
            </a:r>
            <a:endParaRPr lang="en-US" altLang="zh-TW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模型訓練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微調</a:t>
            </a:r>
            <a:endParaRPr lang="en-US" altLang="zh-TW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辨識率監控方法</a:t>
            </a:r>
            <a:endParaRPr lang="en-US" altLang="zh-TW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9B721166-9780-6CA8-CB37-957A064B5560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196679" y="3765606"/>
            <a:ext cx="520394" cy="0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13F95FF0-D6AA-1026-59C4-4351A4182C1A}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flipH="1">
            <a:off x="8002859" y="3765606"/>
            <a:ext cx="981311" cy="718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634AB27-A166-6EAF-C804-8285B3308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92AD-2C82-45F7-ABB6-E65DEC9684C9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4525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4BD4A-BFFE-DABC-733D-FF6D4DE7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063"/>
            <a:ext cx="10515600" cy="781095"/>
          </a:xfrm>
        </p:spPr>
        <p:txBody>
          <a:bodyPr>
            <a:normAutofit/>
          </a:bodyPr>
          <a:lstStyle/>
          <a:p>
            <a:pPr algn="ctr"/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語音偵偽技術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</a:t>
            </a:r>
            <a:r>
              <a:rPr lang="en-US" altLang="zh-TW" sz="32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ASVSpoof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競賽簡介</a:t>
            </a:r>
            <a:endParaRPr lang="zh-TW" altLang="en-US" sz="3200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13399D-DD90-A8F1-F558-480278CF7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056" y="1043189"/>
            <a:ext cx="10715888" cy="405342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競賽目標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檢測 </a:t>
            </a:r>
            <a:r>
              <a:rPr lang="en-US" altLang="zh-TW" sz="18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TTS(text-to-speech)</a:t>
            </a:r>
            <a:r>
              <a:rPr lang="zh-TW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8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VC(voice conversion)</a:t>
            </a: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語音回放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deepfake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欺騙語音攻擊</a:t>
            </a:r>
            <a:endParaRPr lang="en-US" altLang="zh-TW" sz="1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TW" sz="1800" b="1" i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ASVspoof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2021</a:t>
            </a:r>
          </a:p>
          <a:p>
            <a:pPr lvl="1" algn="just"/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LA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task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包含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CM-only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CM+ASV</a:t>
            </a:r>
          </a:p>
          <a:p>
            <a:pPr lvl="1" algn="just"/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 algn="just"/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 algn="just"/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 algn="just"/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 algn="just"/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 algn="just"/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 algn="just"/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TW" sz="1800" b="1" i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ASVspoof5</a:t>
            </a:r>
            <a:endParaRPr lang="en-US" altLang="zh-TW" sz="1800" b="0" i="0" u="none" strike="noStrike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任務</a:t>
            </a:r>
          </a:p>
        </p:txBody>
      </p:sp>
      <p:pic>
        <p:nvPicPr>
          <p:cNvPr id="15" name="圖片 14" descr="一張含有 文字, 螢幕擷取畫面, 圖形, 字型 的圖片&#10;&#10;自動產生的描述">
            <a:extLst>
              <a:ext uri="{FF2B5EF4-FFF2-40B4-BE49-F238E27FC236}">
                <a16:creationId xmlns:a16="http://schemas.microsoft.com/office/drawing/2014/main" id="{4A031474-FCAC-0572-7C69-43AD4C7A0F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412" y="2039402"/>
            <a:ext cx="8334369" cy="2490321"/>
          </a:xfrm>
          <a:prstGeom prst="rect">
            <a:avLst/>
          </a:prstGeom>
        </p:spPr>
      </p:pic>
      <p:pic>
        <p:nvPicPr>
          <p:cNvPr id="4" name="圖片 3" descr="一張含有 螢幕擷取畫面, 黑色, 設計 的圖片&#10;&#10;自動產生的描述">
            <a:extLst>
              <a:ext uri="{FF2B5EF4-FFF2-40B4-BE49-F238E27FC236}">
                <a16:creationId xmlns:a16="http://schemas.microsoft.com/office/drawing/2014/main" id="{5C6C109F-D757-ACB5-C0C6-65E594E679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456" y="4805761"/>
            <a:ext cx="7697660" cy="2000616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01FC6B0-DE29-4E56-FF2D-6ADDC0E0AA07}"/>
              </a:ext>
            </a:extLst>
          </p:cNvPr>
          <p:cNvSpPr txBox="1"/>
          <p:nvPr/>
        </p:nvSpPr>
        <p:spPr>
          <a:xfrm>
            <a:off x="9385927" y="4770259"/>
            <a:ext cx="1152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CM</a:t>
            </a:r>
            <a:r>
              <a:rPr lang="zh-TW" altLang="en-US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only</a:t>
            </a:r>
            <a:endParaRPr lang="zh-TW" altLang="en-US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B89D35A-4B4B-8C36-E71A-FC35004151BD}"/>
              </a:ext>
            </a:extLst>
          </p:cNvPr>
          <p:cNvSpPr txBox="1"/>
          <p:nvPr/>
        </p:nvSpPr>
        <p:spPr>
          <a:xfrm>
            <a:off x="8569126" y="5618390"/>
            <a:ext cx="2884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0" i="0" u="none" strike="noStrike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CM(</a:t>
            </a:r>
            <a:r>
              <a:rPr lang="zh-TW" altLang="en-US" sz="1800" b="0" i="0" u="none" strike="noStrike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自研發</a:t>
            </a:r>
            <a:r>
              <a:rPr lang="en-US" altLang="zh-TW" sz="1800" b="0" i="0" u="none" strike="noStrike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)+ASV(</a:t>
            </a:r>
            <a:r>
              <a:rPr lang="zh-TW" altLang="en-US" sz="1800" b="0" i="0" u="none" strike="noStrike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主辦方</a:t>
            </a:r>
            <a:r>
              <a:rPr lang="en-US" altLang="zh-TW" sz="1800" b="0" i="0" u="none" strike="noStrike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FAFFBE3-0C0E-1858-CEFD-77D3F6D60426}"/>
              </a:ext>
            </a:extLst>
          </p:cNvPr>
          <p:cNvSpPr txBox="1"/>
          <p:nvPr/>
        </p:nvSpPr>
        <p:spPr>
          <a:xfrm>
            <a:off x="8233011" y="6402057"/>
            <a:ext cx="2884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0" i="0" u="none" strike="noStrike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CM(</a:t>
            </a:r>
            <a:r>
              <a:rPr lang="zh-TW" altLang="en-US" sz="1800" b="0" i="0" u="none" strike="noStrike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自研發</a:t>
            </a:r>
            <a:r>
              <a:rPr lang="en-US" altLang="zh-TW" sz="1800" b="0" i="0" u="none" strike="noStrike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)+ASV(</a:t>
            </a:r>
            <a:r>
              <a:rPr lang="zh-TW" altLang="en-US" sz="1800" b="0" i="0" u="none" strike="noStrike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自研發</a:t>
            </a:r>
            <a:r>
              <a:rPr lang="en-US" altLang="zh-TW" sz="1800" b="0" i="0" u="none" strike="noStrike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33DA6C-437F-7CAD-FA18-1842FE9F98F2}"/>
              </a:ext>
            </a:extLst>
          </p:cNvPr>
          <p:cNvSpPr/>
          <p:nvPr/>
        </p:nvSpPr>
        <p:spPr>
          <a:xfrm>
            <a:off x="3493049" y="4688679"/>
            <a:ext cx="5892879" cy="690711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noFill/>
            </a:endParaRP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2CEC5CA-4F0E-5100-799B-CAF3A3FF7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92AD-2C82-45F7-ABB6-E65DEC9684C9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B5F4457-446D-BD0A-8AED-C1EC033C56A6}"/>
              </a:ext>
            </a:extLst>
          </p:cNvPr>
          <p:cNvSpPr txBox="1"/>
          <p:nvPr/>
        </p:nvSpPr>
        <p:spPr>
          <a:xfrm>
            <a:off x="8610600" y="3381532"/>
            <a:ext cx="3318074" cy="5232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CM：countermeasures</a:t>
            </a:r>
          </a:p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ASV：automatic speaker verification</a:t>
            </a:r>
          </a:p>
        </p:txBody>
      </p:sp>
    </p:spTree>
    <p:extLst>
      <p:ext uri="{BB962C8B-B14F-4D97-AF65-F5344CB8AC3E}">
        <p14:creationId xmlns:p14="http://schemas.microsoft.com/office/powerpoint/2010/main" val="1022875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2871E7-3C66-3034-E917-E808EAD97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871" y="1100200"/>
            <a:ext cx="10707839" cy="118645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競賽資訊</a:t>
            </a:r>
            <a:endParaRPr lang="en-US" altLang="zh-TW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180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https://www.asvspoof.org/index2021.html</a:t>
            </a:r>
            <a:r>
              <a:rPr lang="zh-TW" altLang="en-US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1800" b="1" i="0" u="none" strike="noStrike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ASVspoof</a:t>
            </a:r>
            <a:r>
              <a:rPr lang="en-US" altLang="zh-TW" sz="1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2021</a:t>
            </a:r>
            <a:r>
              <a:rPr lang="en-US" altLang="zh-TW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lvl="1"/>
            <a:r>
              <a:rPr lang="en-US" altLang="zh-TW" sz="1800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https://www.asvspoof.org/</a:t>
            </a:r>
            <a:r>
              <a:rPr lang="zh-TW" altLang="en-US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1800" b="1" i="0" u="none" strike="noStrike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ASVspoof5</a:t>
            </a:r>
            <a:r>
              <a:rPr lang="en-US" altLang="zh-TW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9751A57-AA7A-C269-B665-AE9492949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000" y="2000276"/>
            <a:ext cx="4669450" cy="2897104"/>
          </a:xfrm>
          <a:prstGeom prst="rect">
            <a:avLst/>
          </a:prstGeom>
        </p:spPr>
      </p:pic>
      <p:graphicFrame>
        <p:nvGraphicFramePr>
          <p:cNvPr id="5" name="資料庫圖表 4">
            <a:extLst>
              <a:ext uri="{FF2B5EF4-FFF2-40B4-BE49-F238E27FC236}">
                <a16:creationId xmlns:a16="http://schemas.microsoft.com/office/drawing/2014/main" id="{33BC599A-60AC-21D5-2B34-A772E62A5C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8744988"/>
              </p:ext>
            </p:extLst>
          </p:nvPr>
        </p:nvGraphicFramePr>
        <p:xfrm>
          <a:off x="347320" y="2977104"/>
          <a:ext cx="2425373" cy="30368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36309A39-217C-FDFB-C6A6-2DA67F1EDD72}"/>
              </a:ext>
            </a:extLst>
          </p:cNvPr>
          <p:cNvSpPr txBox="1"/>
          <p:nvPr/>
        </p:nvSpPr>
        <p:spPr>
          <a:xfrm>
            <a:off x="2280365" y="3036483"/>
            <a:ext cx="2706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模型訓練集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92C215D-C011-446F-C2F3-514B95164CB0}"/>
              </a:ext>
            </a:extLst>
          </p:cNvPr>
          <p:cNvSpPr txBox="1"/>
          <p:nvPr/>
        </p:nvSpPr>
        <p:spPr>
          <a:xfrm>
            <a:off x="2280365" y="3759050"/>
            <a:ext cx="3397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模型訓練當中所使用之驗證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(validation set)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673788C-2F96-A238-0085-AAA1DEA50053}"/>
              </a:ext>
            </a:extLst>
          </p:cNvPr>
          <p:cNvSpPr txBox="1"/>
          <p:nvPr/>
        </p:nvSpPr>
        <p:spPr>
          <a:xfrm>
            <a:off x="2280365" y="4611005"/>
            <a:ext cx="3907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比賽期間官方所提供之模型測試集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有答案可以對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3339FDD-5D9A-E766-5396-25F8642885EC}"/>
              </a:ext>
            </a:extLst>
          </p:cNvPr>
          <p:cNvSpPr txBox="1"/>
          <p:nvPr/>
        </p:nvSpPr>
        <p:spPr>
          <a:xfrm>
            <a:off x="2280365" y="5476757"/>
            <a:ext cx="3907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比賽截止官方用來評分之測試集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無答案可以對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EA11F87-8B15-6411-C476-892F2FF1BA20}"/>
              </a:ext>
            </a:extLst>
          </p:cNvPr>
          <p:cNvSpPr txBox="1"/>
          <p:nvPr/>
        </p:nvSpPr>
        <p:spPr>
          <a:xfrm>
            <a:off x="797311" y="2446693"/>
            <a:ext cx="3410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競賽資料集之使用歷程</a:t>
            </a: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9A6300D0-91C7-2BD0-0556-CD9670002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189"/>
            <a:ext cx="10515600" cy="781095"/>
          </a:xfrm>
        </p:spPr>
        <p:txBody>
          <a:bodyPr>
            <a:normAutofit/>
          </a:bodyPr>
          <a:lstStyle/>
          <a:p>
            <a:pPr algn="ctr"/>
            <a:r>
              <a:rPr lang="zh-TW" altLang="en-US" sz="3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語音偵偽技術</a:t>
            </a:r>
            <a:r>
              <a:rPr lang="en-US" altLang="zh-TW" sz="3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-- </a:t>
            </a:r>
            <a:r>
              <a:rPr lang="en-US" altLang="zh-TW" sz="3200" b="1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ASVSpoof</a:t>
            </a:r>
            <a:r>
              <a:rPr lang="zh-TW" altLang="en-US" sz="3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競賽資料集</a:t>
            </a:r>
            <a:endParaRPr lang="zh-TW" altLang="en-US" sz="3200" b="1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E0F81DED-8F9F-AFC7-99B0-462C89A617F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25303"/>
          <a:stretch/>
        </p:blipFill>
        <p:spPr>
          <a:xfrm>
            <a:off x="6628406" y="5393662"/>
            <a:ext cx="4215760" cy="756130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085F169F-0204-F043-BBFD-1563DCF4D253}"/>
              </a:ext>
            </a:extLst>
          </p:cNvPr>
          <p:cNvSpPr txBox="1"/>
          <p:nvPr/>
        </p:nvSpPr>
        <p:spPr>
          <a:xfrm>
            <a:off x="6744260" y="6208473"/>
            <a:ext cx="466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(ID</a:t>
            </a:r>
            <a:r>
              <a:rPr lang="zh-TW" altLang="en-US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音檔名稱  性別</a:t>
            </a:r>
            <a:r>
              <a:rPr lang="en-US" altLang="zh-TW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-  </a:t>
            </a:r>
            <a:r>
              <a:rPr lang="zh-TW" altLang="en-US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合成方法  音檔類型</a:t>
            </a:r>
            <a:r>
              <a:rPr lang="en-US" altLang="zh-TW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018DC68-EED4-645E-0BAF-75FC64396580}"/>
              </a:ext>
            </a:extLst>
          </p:cNvPr>
          <p:cNvSpPr txBox="1"/>
          <p:nvPr/>
        </p:nvSpPr>
        <p:spPr>
          <a:xfrm>
            <a:off x="6572635" y="4965649"/>
            <a:ext cx="2163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訓練資料範例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753283A-4623-9B57-FF78-FE55AEBE700A}"/>
              </a:ext>
            </a:extLst>
          </p:cNvPr>
          <p:cNvSpPr txBox="1"/>
          <p:nvPr/>
        </p:nvSpPr>
        <p:spPr>
          <a:xfrm>
            <a:off x="9611196" y="1309823"/>
            <a:ext cx="15752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Spoof: </a:t>
            </a: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偽造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60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Bonafide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 真實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53BD2D1-EF41-41CC-EE3F-58C702F66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92AD-2C82-45F7-ABB6-E65DEC9684C9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8909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62938A-804F-2B23-83D8-5A72BF51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214"/>
            <a:ext cx="10515600" cy="894824"/>
          </a:xfrm>
        </p:spPr>
        <p:txBody>
          <a:bodyPr>
            <a:normAutofit/>
          </a:bodyPr>
          <a:lstStyle/>
          <a:p>
            <a:pPr algn="ctr"/>
            <a:r>
              <a:rPr lang="zh-TW" altLang="en-US" sz="3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語音偵偽技術</a:t>
            </a:r>
            <a:r>
              <a:rPr lang="en-US" altLang="zh-TW" sz="3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-- ASVSpoof5</a:t>
            </a:r>
            <a:r>
              <a:rPr lang="zh-TW" altLang="en-US" sz="3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競賽結果</a:t>
            </a:r>
            <a:endParaRPr lang="zh-TW" altLang="en-US" sz="3200" b="1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0E4B840-EB8B-3867-F480-031959540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30" y="1348441"/>
            <a:ext cx="6851918" cy="336732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87581CB-3F11-6657-BC9C-59904C829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137" y="3221213"/>
            <a:ext cx="6688183" cy="344125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7B14F563-DFD3-3BCC-D8CB-BAE4408EA615}"/>
              </a:ext>
            </a:extLst>
          </p:cNvPr>
          <p:cNvSpPr txBox="1"/>
          <p:nvPr/>
        </p:nvSpPr>
        <p:spPr>
          <a:xfrm>
            <a:off x="7525330" y="2851881"/>
            <a:ext cx="4253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Open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condition- 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可使用預訓練模型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02F8C9B-3808-DD44-B79B-C6A6A38133B4}"/>
              </a:ext>
            </a:extLst>
          </p:cNvPr>
          <p:cNvSpPr txBox="1"/>
          <p:nvPr/>
        </p:nvSpPr>
        <p:spPr>
          <a:xfrm>
            <a:off x="523848" y="1025038"/>
            <a:ext cx="4583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Closed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condition-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不可用預訓練模型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C067CC5-3BCA-5C1D-20BF-B79F32E9C81B}"/>
              </a:ext>
            </a:extLst>
          </p:cNvPr>
          <p:cNvSpPr/>
          <p:nvPr/>
        </p:nvSpPr>
        <p:spPr>
          <a:xfrm>
            <a:off x="979714" y="1920240"/>
            <a:ext cx="3004457" cy="195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061890-E0E6-6D54-90AE-586F5F025E95}"/>
              </a:ext>
            </a:extLst>
          </p:cNvPr>
          <p:cNvSpPr/>
          <p:nvPr/>
        </p:nvSpPr>
        <p:spPr>
          <a:xfrm>
            <a:off x="5381897" y="3749040"/>
            <a:ext cx="2952206" cy="195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89FD0C8-3FA1-1BCD-1192-FB2A42ACF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0200" y="6479908"/>
            <a:ext cx="2743200" cy="365125"/>
          </a:xfrm>
        </p:spPr>
        <p:txBody>
          <a:bodyPr/>
          <a:lstStyle/>
          <a:p>
            <a:fld id="{F88892AD-2C82-45F7-ABB6-E65DEC9684C9}" type="slidenum">
              <a:rPr lang="zh-TW" altLang="en-US" smtClean="0"/>
              <a:t>7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F834A4A-A45F-ECE6-DC7E-8740C8239C90}"/>
              </a:ext>
            </a:extLst>
          </p:cNvPr>
          <p:cNvSpPr txBox="1"/>
          <p:nvPr/>
        </p:nvSpPr>
        <p:spPr>
          <a:xfrm>
            <a:off x="4063924" y="1984338"/>
            <a:ext cx="16534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準確率</a:t>
            </a:r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91.39%</a:t>
            </a:r>
            <a:endParaRPr kumimoji="1" lang="zh-TW" altLang="en-US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FD83C9E-A716-7607-526D-7972ADE1C709}"/>
              </a:ext>
            </a:extLst>
          </p:cNvPr>
          <p:cNvSpPr txBox="1"/>
          <p:nvPr/>
        </p:nvSpPr>
        <p:spPr>
          <a:xfrm>
            <a:off x="8393482" y="3951195"/>
            <a:ext cx="16534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準確率</a:t>
            </a:r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97.41%</a:t>
            </a:r>
            <a:endParaRPr kumimoji="1" lang="zh-TW" altLang="en-US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E9A3137-D42A-6B38-44D0-62AA003A1C01}"/>
              </a:ext>
            </a:extLst>
          </p:cNvPr>
          <p:cNvSpPr txBox="1"/>
          <p:nvPr/>
        </p:nvSpPr>
        <p:spPr>
          <a:xfrm>
            <a:off x="653621" y="6073191"/>
            <a:ext cx="18283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dirty="0"/>
              <a:t>(task: CM only)</a:t>
            </a:r>
            <a:endParaRPr kumimoji="1"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66546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87D5109D-3283-3E84-D719-741C13AC2A14}"/>
              </a:ext>
            </a:extLst>
          </p:cNvPr>
          <p:cNvSpPr txBox="1">
            <a:spLocks/>
          </p:cNvSpPr>
          <p:nvPr/>
        </p:nvSpPr>
        <p:spPr>
          <a:xfrm>
            <a:off x="571004" y="947371"/>
            <a:ext cx="11080525" cy="12853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論文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end-to-end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框架</a:t>
            </a:r>
            <a:r>
              <a:rPr lang="en-US" altLang="zh-TW" sz="1800" dirty="0">
                <a:solidFill>
                  <a:schemeClr val="dk1"/>
                </a:solidFill>
                <a:latin typeface="微軟正黑體"/>
                <a:ea typeface="微軟正黑體"/>
              </a:rPr>
              <a:t>w</a:t>
            </a:r>
            <a:r>
              <a:rPr lang="en-US" altLang="zh-TW" sz="1800" u="none" strike="noStrike" kern="1200" dirty="0">
                <a:solidFill>
                  <a:schemeClr val="dk1"/>
                </a:solidFill>
                <a:effectLst/>
                <a:latin typeface="微軟正黑體"/>
                <a:ea typeface="微軟正黑體"/>
                <a:cs typeface="+mn-cs"/>
              </a:rPr>
              <a:t>av2vec-AASIST</a:t>
            </a:r>
            <a:r>
              <a:rPr lang="zh-TW" altLang="en-US" sz="1800" u="none" strike="noStrike" kern="1200" dirty="0">
                <a:solidFill>
                  <a:schemeClr val="dk1"/>
                </a:solidFill>
                <a:effectLst/>
                <a:latin typeface="微軟正黑體"/>
                <a:ea typeface="微軟正黑體"/>
                <a:cs typeface="+mn-cs"/>
              </a:rPr>
              <a:t>*  </a:t>
            </a:r>
            <a:r>
              <a:rPr lang="en-US" altLang="zh-TW" sz="1800" u="none" strike="noStrike" kern="1200" dirty="0">
                <a:solidFill>
                  <a:schemeClr val="dk1"/>
                </a:solidFill>
                <a:effectLst/>
                <a:latin typeface="微軟正黑體"/>
                <a:ea typeface="微軟正黑體"/>
                <a:cs typeface="+mn-cs"/>
              </a:rPr>
              <a:t>(</a:t>
            </a:r>
            <a:r>
              <a:rPr lang="en-US" altLang="zh-TW" sz="1800" i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ASVspoof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2021</a:t>
            </a:r>
            <a:r>
              <a:rPr lang="zh-TW" altLang="en-US" sz="1800" u="none" strike="noStrike" kern="1200" dirty="0">
                <a:solidFill>
                  <a:schemeClr val="dk1"/>
                </a:solidFill>
                <a:effectLst/>
                <a:latin typeface="微軟正黑體"/>
                <a:ea typeface="微軟正黑體"/>
                <a:cs typeface="+mn-cs"/>
              </a:rPr>
              <a:t>提出</a:t>
            </a:r>
            <a:r>
              <a:rPr lang="en-US" altLang="zh-TW" sz="1800" u="none" strike="noStrike" kern="1200" dirty="0">
                <a:solidFill>
                  <a:schemeClr val="dk1"/>
                </a:solidFill>
                <a:effectLst/>
                <a:latin typeface="微軟正黑體"/>
                <a:ea typeface="微軟正黑體"/>
                <a:cs typeface="+mn-cs"/>
              </a:rPr>
              <a:t>)</a:t>
            </a:r>
            <a:endParaRPr lang="en-US" altLang="zh-TW" sz="1800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Automatic speaker verification spoofing and deepfake detection using wav2vec 2.0 and data augmentation</a:t>
            </a:r>
          </a:p>
        </p:txBody>
      </p:sp>
      <p:pic>
        <p:nvPicPr>
          <p:cNvPr id="5" name="圖片 4" descr="一張含有 文字, 字型, 圖表, 螢幕擷取畫面 的圖片&#10;&#10;自動產生的描述">
            <a:extLst>
              <a:ext uri="{FF2B5EF4-FFF2-40B4-BE49-F238E27FC236}">
                <a16:creationId xmlns:a16="http://schemas.microsoft.com/office/drawing/2014/main" id="{12A0441F-8DC6-DEDA-A5E6-EBB37970E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731" y="2125584"/>
            <a:ext cx="7869866" cy="2235577"/>
          </a:xfrm>
          <a:prstGeom prst="rect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3C76ECC-159E-0F4A-1470-C42288A20DFD}"/>
              </a:ext>
            </a:extLst>
          </p:cNvPr>
          <p:cNvSpPr txBox="1"/>
          <p:nvPr/>
        </p:nvSpPr>
        <p:spPr>
          <a:xfrm>
            <a:off x="1267136" y="1562498"/>
            <a:ext cx="40313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論文連結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: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 https://arxiv.org/pdf/2202.12233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5D6A2CC-9B55-804E-2B09-4E19C8DD74E3}"/>
              </a:ext>
            </a:extLst>
          </p:cNvPr>
          <p:cNvSpPr txBox="1"/>
          <p:nvPr/>
        </p:nvSpPr>
        <p:spPr>
          <a:xfrm>
            <a:off x="3812031" y="6487450"/>
            <a:ext cx="72473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1200" dirty="0">
                <a:solidFill>
                  <a:srgbClr val="000000"/>
                </a:solidFill>
                <a:highlight>
                  <a:srgbClr val="FF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120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AASIST: Audio Anti-Spoofing using Integrated Spectro-Temporal Graph Attention Networks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F8025B1-D22F-88DB-10B7-C25D0E4C1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03" y="2289249"/>
            <a:ext cx="3441628" cy="1652286"/>
          </a:xfrm>
          <a:prstGeom prst="rect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98F1C785-B007-C3B0-5A4C-EEEF1A7EDAF0}"/>
              </a:ext>
            </a:extLst>
          </p:cNvPr>
          <p:cNvSpPr txBox="1"/>
          <p:nvPr/>
        </p:nvSpPr>
        <p:spPr>
          <a:xfrm>
            <a:off x="653142" y="3947314"/>
            <a:ext cx="3441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 The wav2vec front-end</a:t>
            </a:r>
            <a:endParaRPr lang="zh-TW" altLang="en-US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FC6E9BB-C9B4-D2A5-BD82-6654AF1EB6D5}"/>
              </a:ext>
            </a:extLst>
          </p:cNvPr>
          <p:cNvSpPr txBox="1"/>
          <p:nvPr/>
        </p:nvSpPr>
        <p:spPr>
          <a:xfrm>
            <a:off x="5568914" y="1728880"/>
            <a:ext cx="46355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 The AASIST back-end</a:t>
            </a:r>
            <a:endParaRPr lang="zh-TW" altLang="en-US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A4FC6AA-6B42-D660-DD5B-6F1AEF337E20}"/>
              </a:ext>
            </a:extLst>
          </p:cNvPr>
          <p:cNvSpPr txBox="1"/>
          <p:nvPr/>
        </p:nvSpPr>
        <p:spPr>
          <a:xfrm>
            <a:off x="2007221" y="197377"/>
            <a:ext cx="85864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語音偵偽 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Baseline 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 Wav2vec-AASIST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AB07732-7AAF-C632-4347-4E7DA14FDB45}"/>
              </a:ext>
            </a:extLst>
          </p:cNvPr>
          <p:cNvSpPr txBox="1"/>
          <p:nvPr/>
        </p:nvSpPr>
        <p:spPr>
          <a:xfrm>
            <a:off x="352013" y="4593003"/>
            <a:ext cx="344162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模型效能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2021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測試集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TW" sz="1800" dirty="0">
                <a:effectLst/>
                <a:latin typeface="NimbusRomNo9L"/>
              </a:rPr>
              <a:t>Logical Access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(LA)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任務準確率達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99.18%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論文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table2)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DeepFake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(DF)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任務準確率達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97.15%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論文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table3)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F6838E6-F241-6D55-64AE-1E9AED310981}"/>
              </a:ext>
            </a:extLst>
          </p:cNvPr>
          <p:cNvSpPr txBox="1"/>
          <p:nvPr/>
        </p:nvSpPr>
        <p:spPr>
          <a:xfrm>
            <a:off x="7993144" y="6005599"/>
            <a:ext cx="33606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數值表示 </a:t>
            </a:r>
            <a:r>
              <a:rPr lang="en-US" altLang="zh-TW" sz="1400" dirty="0"/>
              <a:t>best(average)%</a:t>
            </a:r>
            <a:endParaRPr lang="zh-TW" altLang="en-US" sz="1400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4EB31CE-E3F0-13BA-8494-6FFF2F3C8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92AD-2C82-45F7-ABB6-E65DEC9684C9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13" name="圖片 12" descr="一張含有 文字, 字型, 螢幕擷取畫面, 數字 的圖片&#10;&#10;自動產生的描述">
            <a:extLst>
              <a:ext uri="{FF2B5EF4-FFF2-40B4-BE49-F238E27FC236}">
                <a16:creationId xmlns:a16="http://schemas.microsoft.com/office/drawing/2014/main" id="{67CC9C2B-831A-A39F-C8CE-3C8C3FB01D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578" y="4591986"/>
            <a:ext cx="4158858" cy="1764364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601DBE0E-6802-C9FA-8347-1DDED62B42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5799" y="4627560"/>
            <a:ext cx="3825798" cy="1058199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EF56ACB0-C392-C88C-4C98-D1F4BA4FAAE5}"/>
              </a:ext>
            </a:extLst>
          </p:cNvPr>
          <p:cNvSpPr/>
          <p:nvPr/>
        </p:nvSpPr>
        <p:spPr>
          <a:xfrm>
            <a:off x="3852578" y="6042690"/>
            <a:ext cx="4140566" cy="2376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47318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F17432-71A0-E7D3-701B-3C0543FB6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 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46F41A-D717-3167-1947-F31DA48C5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637"/>
            <a:ext cx="10515600" cy="50702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Automatic speaker verification spoofing and deepfake detection using wav2vec 2.0 and data augmentation 論文原始碼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https://github.com/TakHemlata/SSL_Anti-spoofing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可找到模型檔供下載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2019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訓練資料載點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https://datashare.ed.ac.uk/handle/10283/3336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其他特徵擷取模型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wavLM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供參，可自行運用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4"/>
              </a:rPr>
              <a:t>https://github.com/microsoft/unilm/tree/master/wavlm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1A163AE-9BA0-D81A-3539-686AD61C822C}"/>
              </a:ext>
            </a:extLst>
          </p:cNvPr>
          <p:cNvSpPr txBox="1"/>
          <p:nvPr/>
        </p:nvSpPr>
        <p:spPr>
          <a:xfrm>
            <a:off x="838201" y="357871"/>
            <a:ext cx="103687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altLang="zh-TW" sz="3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Wav2vec-AASIST</a:t>
            </a:r>
            <a:r>
              <a:rPr lang="zh-TW" altLang="en-US" sz="3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程式碼、資料集與預訓練模型載點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9619173-428C-113B-8875-A9EE7A3E20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2958" y="3057114"/>
            <a:ext cx="4733925" cy="105727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F9F6E23-7125-24D5-C5FF-98589D0E6F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6883" y="2547526"/>
            <a:ext cx="5419725" cy="207645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CBF90CE-0D8E-575C-9A42-3861A1F9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92AD-2C82-45F7-ABB6-E65DEC9684C9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6481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C27A068-56E4-4355-45C0-F40CBB1A3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801775"/>
              </p:ext>
            </p:extLst>
          </p:nvPr>
        </p:nvGraphicFramePr>
        <p:xfrm>
          <a:off x="1210310" y="1544064"/>
          <a:ext cx="9190990" cy="14515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9279">
                  <a:extLst>
                    <a:ext uri="{9D8B030D-6E8A-4147-A177-3AD203B41FA5}">
                      <a16:colId xmlns:a16="http://schemas.microsoft.com/office/drawing/2014/main" val="2106149483"/>
                    </a:ext>
                  </a:extLst>
                </a:gridCol>
                <a:gridCol w="1899764">
                  <a:extLst>
                    <a:ext uri="{9D8B030D-6E8A-4147-A177-3AD203B41FA5}">
                      <a16:colId xmlns:a16="http://schemas.microsoft.com/office/drawing/2014/main" val="2639091082"/>
                    </a:ext>
                  </a:extLst>
                </a:gridCol>
                <a:gridCol w="1870740">
                  <a:extLst>
                    <a:ext uri="{9D8B030D-6E8A-4147-A177-3AD203B41FA5}">
                      <a16:colId xmlns:a16="http://schemas.microsoft.com/office/drawing/2014/main" val="2854052665"/>
                    </a:ext>
                  </a:extLst>
                </a:gridCol>
                <a:gridCol w="872485">
                  <a:extLst>
                    <a:ext uri="{9D8B030D-6E8A-4147-A177-3AD203B41FA5}">
                      <a16:colId xmlns:a16="http://schemas.microsoft.com/office/drawing/2014/main" val="3648992364"/>
                    </a:ext>
                  </a:extLst>
                </a:gridCol>
                <a:gridCol w="1246281">
                  <a:extLst>
                    <a:ext uri="{9D8B030D-6E8A-4147-A177-3AD203B41FA5}">
                      <a16:colId xmlns:a16="http://schemas.microsoft.com/office/drawing/2014/main" val="3905412108"/>
                    </a:ext>
                  </a:extLst>
                </a:gridCol>
                <a:gridCol w="2712441">
                  <a:extLst>
                    <a:ext uri="{9D8B030D-6E8A-4147-A177-3AD203B41FA5}">
                      <a16:colId xmlns:a16="http://schemas.microsoft.com/office/drawing/2014/main" val="3724172353"/>
                    </a:ext>
                  </a:extLst>
                </a:gridCol>
              </a:tblGrid>
              <a:tr h="299465">
                <a:tc>
                  <a:txBody>
                    <a:bodyPr/>
                    <a:lstStyle/>
                    <a:p>
                      <a:pPr algn="ctr" fontAlgn="base"/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項次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欄位說明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必填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資料型態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備註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92107686"/>
                  </a:ext>
                </a:extLst>
              </a:tr>
              <a:tr h="256006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reference_id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reference ID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String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72270551"/>
                  </a:ext>
                </a:extLst>
              </a:tr>
              <a:tr h="492074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1" ker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audio_data</a:t>
                      </a:r>
                      <a:endParaRPr lang="zh-TW" sz="1400" b="1" kern="10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sz="1400" b="1" ker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辨識音檔</a:t>
                      </a:r>
                      <a:endParaRPr lang="zh-TW" sz="1400" b="1" kern="10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1" ker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</a:t>
                      </a:r>
                      <a:endParaRPr lang="zh-TW" sz="1400" b="1" kern="10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1" ker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String</a:t>
                      </a:r>
                      <a:endParaRPr lang="zh-TW" sz="1400" b="1" kern="10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zh-TW" sz="1400" b="1" ker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音檔格式：</a:t>
                      </a:r>
                      <a:r>
                        <a:rPr lang="en-US" sz="1400" b="1" ker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wav</a:t>
                      </a:r>
                      <a:endParaRPr lang="zh-TW" sz="1400" b="1" kern="10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fontAlgn="base"/>
                      <a:r>
                        <a:rPr lang="en-US" sz="1400" b="1" ker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format: binary</a:t>
                      </a:r>
                      <a:r>
                        <a:rPr lang="en-US" sz="1400" b="1" kern="10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sz="1400" b="1" ker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(base64 encoded)</a:t>
                      </a:r>
                      <a:endParaRPr lang="zh-TW" sz="1400" b="1" kern="10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40490881"/>
                  </a:ext>
                </a:extLst>
              </a:tr>
              <a:tr h="256006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model_version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模型版本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String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50"/>
                        </a:lnSpc>
                      </a:pPr>
                      <a:endParaRPr lang="zh-TW" sz="1400" kern="100">
                        <a:effectLst/>
                        <a:highlight>
                          <a:srgbClr val="FFFFFF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65062135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AC963C8-B4BD-968E-2A9F-74582988D6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085786"/>
              </p:ext>
            </p:extLst>
          </p:nvPr>
        </p:nvGraphicFramePr>
        <p:xfrm>
          <a:off x="1210310" y="3066649"/>
          <a:ext cx="9190990" cy="35977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2722729812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807120258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29907077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34384966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4096695840"/>
                    </a:ext>
                  </a:extLst>
                </a:gridCol>
                <a:gridCol w="2708910">
                  <a:extLst>
                    <a:ext uri="{9D8B030D-6E8A-4147-A177-3AD203B41FA5}">
                      <a16:colId xmlns:a16="http://schemas.microsoft.com/office/drawing/2014/main" val="2828696810"/>
                    </a:ext>
                  </a:extLst>
                </a:gridCol>
              </a:tblGrid>
              <a:tr h="307492">
                <a:tc>
                  <a:txBody>
                    <a:bodyPr/>
                    <a:lstStyle/>
                    <a:p>
                      <a:pPr algn="ctr" fontAlgn="base"/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項次</a:t>
                      </a:r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欄位說明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必填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資料型態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備註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18608298"/>
                  </a:ext>
                </a:extLst>
              </a:tr>
              <a:tr h="23348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reference_id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reference ID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String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31328190"/>
                  </a:ext>
                </a:extLst>
              </a:tr>
              <a:tr h="23348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uid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unique transaction ID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String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時間戳記</a:t>
                      </a:r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-UUID(8)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84677267"/>
                  </a:ext>
                </a:extLst>
              </a:tr>
              <a:tr h="466977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status_code</a:t>
                      </a:r>
                      <a:endParaRPr lang="zh-TW" sz="14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狀態碼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Integer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200</a:t>
                      </a:r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：成功 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</a:t>
                      </a:r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：伺服端錯誤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88860341"/>
                  </a:ext>
                </a:extLst>
              </a:tr>
              <a:tr h="23348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processing_time</a:t>
                      </a:r>
                      <a:endParaRPr lang="zh-TW" sz="14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程式執行時間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Object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19782493"/>
                  </a:ext>
                </a:extLst>
              </a:tr>
              <a:tr h="466977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4.1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start_time</a:t>
                      </a:r>
                      <a:endParaRPr lang="zh-TW" sz="14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起始時間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String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"2021-08-27T15:29:59.668"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format: date-time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01700622"/>
                  </a:ext>
                </a:extLst>
              </a:tr>
              <a:tr h="466977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4.2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end_time</a:t>
                      </a:r>
                      <a:endParaRPr lang="zh-TW" sz="14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完成時間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String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"2021-08-27T15:29:59.699"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format: date-time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4089685"/>
                  </a:ext>
                </a:extLst>
              </a:tr>
              <a:tr h="23348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4.3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duration_in_s</a:t>
                      </a:r>
                      <a:endParaRPr lang="zh-TW" sz="14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持續時間</a:t>
                      </a:r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秒</a:t>
                      </a:r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Number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format: float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06768266"/>
                  </a:ext>
                </a:extLst>
              </a:tr>
              <a:tr h="466977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error_message</a:t>
                      </a:r>
                      <a:endParaRPr lang="zh-TW" sz="14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音檔分析失敗原因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String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音檔分析失敗時</a:t>
                      </a:r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1400" kern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status_code</a:t>
                      </a:r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!= 200)</a:t>
                      </a:r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，回覆失敗原因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45710116"/>
                  </a:ext>
                </a:extLst>
              </a:tr>
              <a:tr h="244213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1" kern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result</a:t>
                      </a:r>
                      <a:endParaRPr lang="zh-TW" sz="1400" b="1" kern="1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sz="1400" b="1" ker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事件種類的集合</a:t>
                      </a:r>
                      <a:endParaRPr lang="zh-TW" sz="1400" b="1" kern="10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1" ker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</a:t>
                      </a:r>
                      <a:endParaRPr lang="zh-TW" sz="1400" b="1" kern="10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1" ker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String</a:t>
                      </a:r>
                      <a:endParaRPr lang="zh-TW" sz="1400" b="1" kern="10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 b="1" ker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real/fake</a:t>
                      </a:r>
                      <a:endParaRPr lang="zh-TW" sz="1400" b="1" kern="10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45647952"/>
                  </a:ext>
                </a:extLst>
              </a:tr>
              <a:tr h="244213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confidence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單一事件信心分數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Number</a:t>
                      </a:r>
                      <a:endParaRPr lang="zh-TW" sz="14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 kern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format: float</a:t>
                      </a:r>
                      <a:endParaRPr lang="zh-TW" sz="14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96477976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D92E05EE-04A5-8BFF-44FA-73121CD13156}"/>
              </a:ext>
            </a:extLst>
          </p:cNvPr>
          <p:cNvSpPr txBox="1"/>
          <p:nvPr/>
        </p:nvSpPr>
        <p:spPr>
          <a:xfrm>
            <a:off x="1120546" y="828615"/>
            <a:ext cx="6097904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>
            <a:spAutoFit/>
          </a:bodyPr>
          <a:lstStyle/>
          <a:p>
            <a:pPr fontAlgn="base"/>
            <a:r>
              <a:rPr lang="en-US" altLang="zh-TW" sz="1800" b="1" kern="0" dirty="0">
                <a:solidFill>
                  <a:srgbClr val="FFFFFF"/>
                </a:solidFill>
                <a:effectLst/>
                <a:highlight>
                  <a:srgbClr val="49CC9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POST</a:t>
            </a:r>
            <a:r>
              <a:rPr lang="en-US" altLang="zh-TW" sz="1800" b="1" kern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800" u="sng" kern="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http://${hostname}</a:t>
            </a:r>
            <a:r>
              <a:rPr lang="en-US" altLang="zh-TW" sz="1800" u="sng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en-US" altLang="zh-TW" sz="1800" u="sng" kern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spoof_detector</a:t>
            </a:r>
            <a:endParaRPr lang="zh-TW" altLang="zh-TW" sz="1800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8CBB94F-4D84-BA99-6B76-EA25B4B80820}"/>
              </a:ext>
            </a:extLst>
          </p:cNvPr>
          <p:cNvSpPr txBox="1"/>
          <p:nvPr/>
        </p:nvSpPr>
        <p:spPr>
          <a:xfrm>
            <a:off x="1120546" y="1141514"/>
            <a:ext cx="6097904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>
            <a:spAutoFit/>
          </a:bodyPr>
          <a:lstStyle/>
          <a:p>
            <a:pPr fontAlgn="base"/>
            <a:r>
              <a:rPr lang="zh-TW" altLang="en-US" sz="1800" kern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說明</a:t>
            </a:r>
            <a:r>
              <a:rPr lang="en-US" altLang="zh-TW" sz="1800" kern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zh-TW" altLang="en-US" sz="1800" kern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1800" kern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輸入欲辨識之音訊，輸出偽造語音之預測結果</a:t>
            </a:r>
            <a:endParaRPr lang="zh-TW" altLang="zh-TW" sz="1800" kern="10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787A139-5816-7E2F-F36E-201C9D2C85CD}"/>
              </a:ext>
            </a:extLst>
          </p:cNvPr>
          <p:cNvSpPr txBox="1"/>
          <p:nvPr/>
        </p:nvSpPr>
        <p:spPr>
          <a:xfrm>
            <a:off x="243851" y="2269842"/>
            <a:ext cx="740093" cy="338554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t">
            <a:spAutoFit/>
          </a:bodyPr>
          <a:lstStyle/>
          <a:p>
            <a:pPr algn="just">
              <a:spcBef>
                <a:spcPts val="300"/>
              </a:spcBef>
            </a:pPr>
            <a:r>
              <a:rPr lang="en-US" altLang="zh-TW" sz="1600" b="1" kern="0">
                <a:latin typeface="微軟正黑體"/>
                <a:ea typeface="微軟正黑體"/>
              </a:rPr>
              <a:t>Input </a:t>
            </a:r>
            <a:endParaRPr lang="zh-TW" altLang="en-US" sz="1600" b="1" kern="0">
              <a:latin typeface="微軟正黑體"/>
              <a:ea typeface="微軟正黑體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AC4E1C2-D4AA-E0D1-C7D5-B421CE275068}"/>
              </a:ext>
            </a:extLst>
          </p:cNvPr>
          <p:cNvSpPr txBox="1"/>
          <p:nvPr/>
        </p:nvSpPr>
        <p:spPr>
          <a:xfrm>
            <a:off x="165046" y="5091299"/>
            <a:ext cx="900112" cy="338554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t">
            <a:spAutoFit/>
          </a:bodyPr>
          <a:lstStyle/>
          <a:p>
            <a:pPr algn="just">
              <a:spcBef>
                <a:spcPts val="300"/>
              </a:spcBef>
            </a:pPr>
            <a:r>
              <a:rPr lang="en-US" altLang="zh-TW" sz="1600" b="1" kern="0" dirty="0">
                <a:latin typeface="微軟正黑體"/>
                <a:ea typeface="微軟正黑體"/>
              </a:rPr>
              <a:t>output </a:t>
            </a:r>
            <a:endParaRPr lang="zh-TW" altLang="en-US" sz="1600" b="1" kern="0" dirty="0">
              <a:latin typeface="微軟正黑體"/>
              <a:ea typeface="微軟正黑體"/>
            </a:endParaRPr>
          </a:p>
        </p:txBody>
      </p:sp>
      <p:pic>
        <p:nvPicPr>
          <p:cNvPr id="10" name="圖片 9" descr="一張含有 文字, 螢幕擷取畫面, 字型, 圖形 的圖片&#10;&#10;自動產生的描述">
            <a:extLst>
              <a:ext uri="{FF2B5EF4-FFF2-40B4-BE49-F238E27FC236}">
                <a16:creationId xmlns:a16="http://schemas.microsoft.com/office/drawing/2014/main" id="{8276D58E-2580-B469-1790-1AD6FF476A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256" y="794215"/>
            <a:ext cx="3781044" cy="715449"/>
          </a:xfrm>
          <a:prstGeom prst="rect">
            <a:avLst/>
          </a:prstGeom>
        </p:spPr>
      </p:pic>
      <p:sp>
        <p:nvSpPr>
          <p:cNvPr id="11" name="標題 1">
            <a:extLst>
              <a:ext uri="{FF2B5EF4-FFF2-40B4-BE49-F238E27FC236}">
                <a16:creationId xmlns:a16="http://schemas.microsoft.com/office/drawing/2014/main" id="{D5D6E36A-F9D1-3FFB-B243-27BDA895F26D}"/>
              </a:ext>
            </a:extLst>
          </p:cNvPr>
          <p:cNvSpPr txBox="1">
            <a:spLocks/>
          </p:cNvSpPr>
          <p:nvPr/>
        </p:nvSpPr>
        <p:spPr>
          <a:xfrm>
            <a:off x="838200" y="169848"/>
            <a:ext cx="10515600" cy="789305"/>
          </a:xfrm>
        </p:spPr>
        <p:txBody>
          <a:bodyPr>
            <a:normAutofit/>
          </a:bodyPr>
          <a:lstStyle>
            <a:lvl1pPr algn="l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TW" altLang="en-US" sz="4400" b="1" kern="1200">
                <a:solidFill>
                  <a:srgbClr val="215C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pPr algn="ctr"/>
            <a:r>
              <a:rPr lang="zh-TW" altLang="en-US" sz="3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樣板</a:t>
            </a:r>
            <a:r>
              <a:rPr lang="en-US" altLang="zh-TW" sz="3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API (Mocking API)</a:t>
            </a:r>
            <a:r>
              <a:rPr lang="zh-TW" altLang="en-US" sz="3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及其</a:t>
            </a:r>
            <a:r>
              <a:rPr lang="en-US" altLang="zh-TW" sz="3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I/O</a:t>
            </a:r>
            <a:endParaRPr lang="zh-TW" altLang="en-US" sz="1600">
              <a:solidFill>
                <a:schemeClr val="tx1"/>
              </a:solidFill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407EDF01-74E3-0335-CAA2-58FB8CA716C3}"/>
              </a:ext>
            </a:extLst>
          </p:cNvPr>
          <p:cNvSpPr/>
          <p:nvPr/>
        </p:nvSpPr>
        <p:spPr>
          <a:xfrm>
            <a:off x="1120546" y="2038301"/>
            <a:ext cx="9417356" cy="71544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DB15D3B2-F18C-FACC-4AE1-1E1E6AB4FF54}"/>
              </a:ext>
            </a:extLst>
          </p:cNvPr>
          <p:cNvSpPr/>
          <p:nvPr/>
        </p:nvSpPr>
        <p:spPr>
          <a:xfrm>
            <a:off x="1120546" y="6157776"/>
            <a:ext cx="9417356" cy="288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投影片編號版面配置區 11">
            <a:extLst>
              <a:ext uri="{FF2B5EF4-FFF2-40B4-BE49-F238E27FC236}">
                <a16:creationId xmlns:a16="http://schemas.microsoft.com/office/drawing/2014/main" id="{502CE177-094D-0318-1FBC-AFB81313F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92AD-2C82-45F7-ABB6-E65DEC9684C9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48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D1B22E-6253-979F-4EE2-EAC161A7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686" y="228988"/>
            <a:ext cx="10515600" cy="675144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Mocking API</a:t>
            </a:r>
            <a:r>
              <a:rPr lang="zh-TW" altLang="en-US" sz="32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框架</a:t>
            </a:r>
            <a:r>
              <a:rPr lang="en-US" altLang="zh-TW" sz="32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200" b="1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Swagger</a:t>
            </a:r>
            <a:endParaRPr lang="zh-TW" altLang="en-US" sz="3200" b="1" kern="10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79838E-2F29-4315-31CB-2B352E53E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031020"/>
            <a:ext cx="11053481" cy="3193276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u"/>
            </a:pPr>
            <a:r>
              <a:rPr lang="en-US" altLang="zh-TW" sz="1800" kern="10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Swagger</a:t>
            </a:r>
            <a:r>
              <a:rPr lang="zh-TW" altLang="en-US" sz="1800" kern="10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：一種開源工具，</a:t>
            </a:r>
            <a:r>
              <a:rPr lang="zh-TW" altLang="en-US" sz="1800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有助於</a:t>
            </a:r>
            <a:r>
              <a:rPr lang="zh-TW" altLang="en-US" sz="1800" kern="10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設計、</a:t>
            </a:r>
            <a:r>
              <a:rPr lang="zh-TW" altLang="en-US" sz="1800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創建、文件化</a:t>
            </a:r>
            <a:r>
              <a:rPr lang="en-US" altLang="zh-TW" sz="1800" kern="10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API </a:t>
            </a:r>
            <a:r>
              <a:rPr lang="zh-TW" altLang="en-US" sz="1800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。其使用 </a:t>
            </a:r>
            <a:r>
              <a:rPr lang="en-US" altLang="zh-TW" sz="1800" kern="100" err="1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OpenAPI</a:t>
            </a:r>
            <a:r>
              <a:rPr lang="zh-TW" altLang="en-US" sz="1800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規範</a:t>
            </a:r>
            <a:r>
              <a:rPr lang="en-US" altLang="zh-TW" sz="1800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800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以前稱</a:t>
            </a:r>
            <a:r>
              <a:rPr lang="en-US" altLang="zh-TW" sz="1800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swagger)</a:t>
            </a:r>
            <a:r>
              <a:rPr lang="zh-TW" altLang="en-US" sz="1800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格式來撰寫 </a:t>
            </a:r>
            <a:r>
              <a:rPr lang="en-US" altLang="zh-TW" sz="1800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API spec</a:t>
            </a:r>
            <a:r>
              <a:rPr lang="zh-TW" altLang="en-US" sz="1800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1800" kern="10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u"/>
            </a:pPr>
            <a:r>
              <a:rPr lang="zh-TW" altLang="en-US" sz="1800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利用</a:t>
            </a:r>
            <a:r>
              <a:rPr lang="en-US" altLang="zh-TW" sz="1800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Swagger editor</a:t>
            </a:r>
            <a:r>
              <a:rPr lang="zh-TW" altLang="en-US" sz="1800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撰寫</a:t>
            </a:r>
            <a:r>
              <a:rPr lang="en-US" altLang="zh-TW" sz="1800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API</a:t>
            </a:r>
            <a:r>
              <a:rPr lang="zh-TW" altLang="en-US" sz="1800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800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spec</a:t>
            </a:r>
            <a:r>
              <a:rPr lang="zh-TW" altLang="en-US" sz="1800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並產出</a:t>
            </a:r>
            <a:r>
              <a:rPr lang="en-US" altLang="zh-TW" sz="1800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API</a:t>
            </a:r>
            <a:r>
              <a:rPr lang="zh-TW" altLang="en-US" sz="1800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800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server template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840E040-5A0E-761A-0FE8-D788357491BE}"/>
              </a:ext>
            </a:extLst>
          </p:cNvPr>
          <p:cNvSpPr txBox="1"/>
          <p:nvPr/>
        </p:nvSpPr>
        <p:spPr>
          <a:xfrm>
            <a:off x="7244862" y="6349429"/>
            <a:ext cx="50430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100" dirty="0"/>
              <a:t>https://softjourn.com/insights/5-benefits-of-api-first-design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2CB66A8-61E7-4B0F-7CC0-1D2222AFD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686" y="2076157"/>
            <a:ext cx="9468742" cy="302434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71C60BC-9589-8E14-83FD-D3864A1EF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375" y="4319722"/>
            <a:ext cx="4133306" cy="19717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442D551B-5DF9-361E-85E3-DC5FDB1901A4}"/>
              </a:ext>
            </a:extLst>
          </p:cNvPr>
          <p:cNvSpPr txBox="1"/>
          <p:nvPr/>
        </p:nvSpPr>
        <p:spPr>
          <a:xfrm>
            <a:off x="681319" y="5368110"/>
            <a:ext cx="50336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註：</a:t>
            </a:r>
            <a:r>
              <a:rPr lang="en-US" altLang="zh-TW" kern="1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kern="100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OpenAPI</a:t>
            </a:r>
            <a:r>
              <a:rPr lang="zh-TW" altLang="en-US" kern="1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規範完整文件參照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hlinkClick r:id="rId5"/>
              </a:rPr>
              <a:t>https://github.com/OAI/OpenAPI-Specification/blob/main/versions/3.0.3.md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C79CAF-1EFE-79CC-873E-9B4EA0FF4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4FEAD-327F-4DE9-ACA1-575BA0DB998C}" type="slidenum">
              <a:rPr lang="zh-TW" altLang="en-US" smtClean="0"/>
              <a:t>11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5137A2C-6B81-5AB0-7699-F51E57DB547B}"/>
              </a:ext>
            </a:extLst>
          </p:cNvPr>
          <p:cNvSpPr txBox="1"/>
          <p:nvPr/>
        </p:nvSpPr>
        <p:spPr>
          <a:xfrm>
            <a:off x="9516977" y="4510206"/>
            <a:ext cx="2126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著重</a:t>
            </a:r>
            <a:r>
              <a:rPr kumimoji="1"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API</a:t>
            </a:r>
            <a:r>
              <a: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使用者需求</a:t>
            </a:r>
            <a:r>
              <a:rPr kumimoji="1"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23933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C94D4F-8F3F-FD46-E216-B2D1E75D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086"/>
            <a:ext cx="10515600" cy="849721"/>
          </a:xfrm>
        </p:spPr>
        <p:txBody>
          <a:bodyPr>
            <a:normAutofit/>
          </a:bodyPr>
          <a:lstStyle/>
          <a:p>
            <a:pPr algn="ctr"/>
            <a:r>
              <a:rPr lang="zh-TW" altLang="en-US" sz="32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en-US" altLang="zh-TW" sz="32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</a:t>
            </a:r>
            <a:r>
              <a:rPr lang="en-US" altLang="zh-TW" sz="3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ocker</a:t>
            </a:r>
            <a:r>
              <a:rPr lang="zh-TW" altLang="en-US" sz="3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image</a:t>
            </a:r>
            <a:r>
              <a:rPr lang="zh-TW" altLang="en-US" sz="3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部署</a:t>
            </a:r>
            <a:r>
              <a:rPr lang="en-US" altLang="zh-TW" sz="32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Mocking API</a:t>
            </a:r>
            <a:endParaRPr lang="zh-TW" altLang="en-US" sz="3200" b="1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012310-8148-EBAF-75AB-0E02B4F3C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4914"/>
            <a:ext cx="10515600" cy="543832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下載映像檔 </a:t>
            </a:r>
            <a:r>
              <a:rPr lang="sv-SE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Hackathon_spf_v0_api.tar.gz 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Load image (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範例環境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Ubuntu)</a:t>
            </a:r>
          </a:p>
          <a:p>
            <a:pPr marL="457200" lvl="1" indent="0">
              <a:buNone/>
            </a:pPr>
            <a:r>
              <a:rPr lang="sv-SE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</a:t>
            </a:r>
            <a:r>
              <a:rPr lang="sv-SE" altLang="zh-TW" sz="18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docker</a:t>
            </a:r>
            <a:r>
              <a:rPr lang="sv-SE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sv-SE" altLang="zh-TW" sz="18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load</a:t>
            </a:r>
            <a:r>
              <a:rPr lang="sv-SE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-i </a:t>
            </a:r>
            <a:r>
              <a:rPr lang="sv-SE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Hackathon_spf_v0_api.tar.gz</a:t>
            </a:r>
          </a:p>
          <a:p>
            <a:pPr marL="457200" lvl="1" indent="0">
              <a:buNone/>
            </a:pPr>
            <a:r>
              <a:rPr lang="sv-SE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</a:t>
            </a:r>
            <a:r>
              <a:rPr lang="sv-SE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docker</a:t>
            </a:r>
            <a:r>
              <a:rPr lang="sv-SE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images    #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確認上載成功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lvl="1" indent="0">
              <a:buNone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啟動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container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（成功進入後會在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/home/docker/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spoof_docker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目錄下）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lvl="1" indent="0">
              <a:buNone/>
            </a:pPr>
            <a:r>
              <a:rPr lang="sv-SE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docker run --rm -it --name </a:t>
            </a:r>
            <a:r>
              <a:rPr lang="en-US" altLang="zh-TW" sz="18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spf_api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-p 8085:8085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-v </a:t>
            </a:r>
            <a:r>
              <a:rPr lang="en-US" altLang="zh-TW" sz="1800" u="sng" dirty="0">
                <a:solidFill>
                  <a:schemeClr val="accent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/{</a:t>
            </a:r>
            <a:r>
              <a:rPr lang="en-US" altLang="zh-TW" sz="1800" u="sng" dirty="0" err="1">
                <a:solidFill>
                  <a:schemeClr val="accent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your_path</a:t>
            </a:r>
            <a:r>
              <a:rPr lang="en-US" altLang="zh-TW" sz="1800" u="sng" dirty="0">
                <a:solidFill>
                  <a:schemeClr val="accent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}/project_spf_v0_api</a:t>
            </a:r>
            <a:r>
              <a:rPr lang="en-US" altLang="zh-TW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:/home/docker/</a:t>
            </a:r>
            <a:r>
              <a:rPr lang="en-US" altLang="zh-TW" sz="1800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spoof_docker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hackathon_spf_api:v0</a:t>
            </a:r>
          </a:p>
          <a:p>
            <a:pPr marL="354013" lvl="1" indent="-342900">
              <a:buFont typeface="Wingdings" pitchFamily="2" charset="2"/>
              <a:buChar char="u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54013" lvl="1" indent="-342900">
              <a:buFont typeface="Wingdings" pitchFamily="2" charset="2"/>
              <a:buChar char="u"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啟動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server</a:t>
            </a:r>
            <a:endParaRPr lang="en-US" altLang="zh-TW" sz="1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lvl="1" indent="0"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 </a:t>
            </a:r>
            <a:r>
              <a:rPr lang="en-US" altLang="zh-TW" sz="18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uvicorn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“</a:t>
            </a:r>
            <a:r>
              <a:rPr lang="en-US" altLang="zh-TW" sz="18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swagger_server.__main__:main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 --host 0.0.0.0 --port 8085  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75D571D-BFC6-0C81-8031-448AE1C44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397" y="4525331"/>
            <a:ext cx="10450856" cy="1136472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D82DE69-6839-0059-D553-3C72DA18F11B}"/>
              </a:ext>
            </a:extLst>
          </p:cNvPr>
          <p:cNvSpPr txBox="1"/>
          <p:nvPr/>
        </p:nvSpPr>
        <p:spPr>
          <a:xfrm>
            <a:off x="8219785" y="996155"/>
            <a:ext cx="3354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此環境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ython版本為 3.10.8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1EA295D-C2BE-ECE4-0E21-00ED0E91E4CA}"/>
              </a:ext>
            </a:extLst>
          </p:cNvPr>
          <p:cNvSpPr txBox="1"/>
          <p:nvPr/>
        </p:nvSpPr>
        <p:spPr>
          <a:xfrm>
            <a:off x="5833628" y="3429000"/>
            <a:ext cx="2034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u="sng" dirty="0">
                <a:solidFill>
                  <a:schemeClr val="accent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視需求掛載資料夾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1E7206F-83CB-A1E9-7370-CE4E4626DE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292" r="6052" b="-1858"/>
          <a:stretch/>
        </p:blipFill>
        <p:spPr>
          <a:xfrm>
            <a:off x="4968192" y="1907634"/>
            <a:ext cx="6924207" cy="47454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2A1D7248-2F37-557C-71F4-88880A3CC6E4}"/>
              </a:ext>
            </a:extLst>
          </p:cNvPr>
          <p:cNvSpPr txBox="1"/>
          <p:nvPr/>
        </p:nvSpPr>
        <p:spPr>
          <a:xfrm>
            <a:off x="838200" y="5847110"/>
            <a:ext cx="1068325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註：使用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mac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者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(M1/M2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晶片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若遇到錯誤 </a:t>
            </a: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“The requested image's platform (</a:t>
            </a:r>
            <a:r>
              <a:rPr lang="en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linux</a:t>
            </a: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/amd64) does not match the detected host platform (</a:t>
            </a:r>
            <a:r>
              <a:rPr lang="en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linux</a:t>
            </a: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/arm64/v8) and no specific platform was requested”</a:t>
            </a:r>
            <a:endParaRPr kumimoji="1" lang="en" altLang="zh-TW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請改用指令 </a:t>
            </a:r>
            <a:r>
              <a:rPr kumimoji="1" lang="en" altLang="zh-TW" sz="1400" u="sng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docker run </a:t>
            </a:r>
            <a:r>
              <a:rPr kumimoji="1" lang="en" altLang="zh-TW" sz="1400" u="sng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--platform </a:t>
            </a:r>
            <a:r>
              <a:rPr kumimoji="1" lang="en" altLang="zh-TW" sz="1400" u="sng" dirty="0" err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linux</a:t>
            </a:r>
            <a:r>
              <a:rPr kumimoji="1" lang="en" altLang="zh-TW" sz="1400" u="sng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/amd64 </a:t>
            </a:r>
            <a:r>
              <a:rPr kumimoji="1" lang="en" altLang="zh-TW" sz="1400" u="sng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--rm -it --name </a:t>
            </a:r>
            <a:r>
              <a:rPr kumimoji="1" lang="en" altLang="zh-TW" sz="1400" u="sng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spf_api</a:t>
            </a:r>
            <a:r>
              <a:rPr kumimoji="1" lang="en" altLang="zh-TW" sz="1400" u="sng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-p 8085:8085 hackathon_spf_api:v0</a:t>
            </a:r>
            <a:endParaRPr lang="zh-TW" altLang="en-US" sz="1400" u="sng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F85849-8F0F-036E-EB75-4D1FF6D24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4358" y="6356350"/>
            <a:ext cx="549442" cy="365125"/>
          </a:xfrm>
        </p:spPr>
        <p:txBody>
          <a:bodyPr/>
          <a:lstStyle/>
          <a:p>
            <a:fld id="{F88892AD-2C82-45F7-ABB6-E65DEC9684C9}" type="slidenum">
              <a:rPr lang="zh-TW" altLang="en-US" smtClean="0"/>
              <a:t>12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78807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975C25-88C8-E778-736D-A8DC5305C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6807"/>
            <a:ext cx="10515600" cy="5220156"/>
          </a:xfrm>
        </p:spPr>
        <p:txBody>
          <a:bodyPr>
            <a:normAutofit/>
          </a:bodyPr>
          <a:lstStyle/>
          <a:p>
            <a:pPr marL="285750" lvl="1" indent="-285750">
              <a:buFont typeface="Wingdings" panose="05000000000000000000" pitchFamily="2" charset="2"/>
              <a:buChar char="u"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container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外部使用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curl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呼叫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1" indent="0">
              <a:buNone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$curl -X 'POST' \</a:t>
            </a:r>
          </a:p>
          <a:p>
            <a:pPr marL="0" lvl="1" indent="0">
              <a:buNone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'http://localhost:8085/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spoof_detector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' \</a:t>
            </a:r>
          </a:p>
          <a:p>
            <a:pPr marL="0" lvl="1" indent="0">
              <a:buNone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-H 'accept: application/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json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' \</a:t>
            </a:r>
          </a:p>
          <a:p>
            <a:pPr marL="0" lvl="1" indent="0">
              <a:buNone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-H 'Authorization: Bearer 456123' \</a:t>
            </a:r>
          </a:p>
          <a:p>
            <a:pPr marL="0" lvl="1" indent="0">
              <a:buNone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-H 'Content-Type: application/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json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' \</a:t>
            </a:r>
          </a:p>
          <a:p>
            <a:pPr marL="0" lvl="1" indent="0">
              <a:buNone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-d  </a:t>
            </a:r>
            <a:r>
              <a:rPr lang="en-US" altLang="zh-TW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@</a:t>
            </a:r>
            <a:r>
              <a:rPr lang="en-US" altLang="zh-TW" sz="1600" b="1" u="sng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/{</a:t>
            </a:r>
            <a:r>
              <a:rPr lang="en-US" altLang="zh-TW" sz="1600" b="1" u="sng" dirty="0" err="1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your_path</a:t>
            </a:r>
            <a:r>
              <a:rPr lang="en-US" altLang="zh-TW" sz="1600" b="1" u="sng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}/spoof_input_data_SCEf1018_8kUp16k.txt</a:t>
            </a:r>
            <a:r>
              <a:rPr lang="zh-TW" altLang="en-US" sz="16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endParaRPr lang="en-US" altLang="zh-TW" sz="16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1" indent="0">
              <a:buNone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endParaRPr lang="zh-TW" altLang="en-US" sz="1800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912F7B62-ABC6-DA5F-C59C-A4546EC8B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086"/>
            <a:ext cx="10515600" cy="8497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TW" sz="3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Mocking API</a:t>
            </a:r>
            <a:r>
              <a:rPr lang="zh-TW" altLang="en-US" sz="3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使用方式</a:t>
            </a:r>
            <a:r>
              <a:rPr lang="en-US" altLang="zh-TW" sz="3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(docker)</a:t>
            </a:r>
            <a:endParaRPr lang="zh-TW" altLang="en-US" sz="32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84E9E72-7030-52D0-12DA-519F107AC8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865" r="26863"/>
          <a:stretch/>
        </p:blipFill>
        <p:spPr>
          <a:xfrm>
            <a:off x="1126441" y="3449583"/>
            <a:ext cx="4451399" cy="220762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BB70899A-13B8-106F-4A96-4E9B1EA3947A}"/>
              </a:ext>
            </a:extLst>
          </p:cNvPr>
          <p:cNvSpPr txBox="1"/>
          <p:nvPr/>
        </p:nvSpPr>
        <p:spPr>
          <a:xfrm>
            <a:off x="1021938" y="3059668"/>
            <a:ext cx="2400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回傳結果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成功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153CE80-2016-E74F-A14A-2D467370A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86" y="6098487"/>
            <a:ext cx="11144794" cy="517974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2FD93412-AF89-EB29-6E4D-F3BC2C392FDC}"/>
              </a:ext>
            </a:extLst>
          </p:cNvPr>
          <p:cNvSpPr txBox="1"/>
          <p:nvPr/>
        </p:nvSpPr>
        <p:spPr>
          <a:xfrm>
            <a:off x="527297" y="5729590"/>
            <a:ext cx="2405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server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端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log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66DC51EE-B092-CB4C-3B73-8CCEA1506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286" y="3490514"/>
            <a:ext cx="4628196" cy="2055608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69B511BD-46CC-A816-20BC-22E08421E0FC}"/>
              </a:ext>
            </a:extLst>
          </p:cNvPr>
          <p:cNvSpPr txBox="1"/>
          <p:nvPr/>
        </p:nvSpPr>
        <p:spPr>
          <a:xfrm>
            <a:off x="6096000" y="3066798"/>
            <a:ext cx="2400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回傳結果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失敗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1E2C65C-15CB-E769-6CF5-4D08F74C9915}"/>
              </a:ext>
            </a:extLst>
          </p:cNvPr>
          <p:cNvSpPr txBox="1"/>
          <p:nvPr/>
        </p:nvSpPr>
        <p:spPr>
          <a:xfrm>
            <a:off x="6537102" y="1067864"/>
            <a:ext cx="5423692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之輸入資料</a:t>
            </a:r>
            <a:endParaRPr lang="en-US" altLang="zh-TW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小試身手</a:t>
            </a:r>
            <a:r>
              <a:rPr lang="en-US" altLang="zh-TW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TW" altLang="en-US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執行左邊指令查看回傳結果</a:t>
            </a:r>
            <a:endParaRPr lang="en-US" altLang="zh-TW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TW" altLang="en-US">
                <a:solidFill>
                  <a:schemeClr val="accent1"/>
                </a:solidFill>
                <a:latin typeface="Cambria Math" panose="02040503050406030204" pitchFamily="18" charset="0"/>
                <a:ea typeface="微軟正黑體" panose="020B0604030504040204" pitchFamily="34" charset="-120"/>
              </a:rPr>
              <a:t>將</a:t>
            </a:r>
            <a:r>
              <a:rPr lang="zh-TW" altLang="en-US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</a:t>
            </a:r>
            <a:r>
              <a:rPr lang="en-US" altLang="zh-TW" err="1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model_version</a:t>
            </a:r>
            <a:r>
              <a:rPr lang="en-US" altLang="zh-TW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”: “v0“</a:t>
            </a:r>
            <a:r>
              <a:rPr lang="zh-TW" altLang="en-US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br>
              <a:rPr lang="en-US" altLang="zh-TW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改為</a:t>
            </a:r>
            <a:r>
              <a:rPr lang="en-US" altLang="zh-TW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</a:t>
            </a:r>
            <a:r>
              <a:rPr lang="en-US" altLang="zh-TW" err="1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model_version</a:t>
            </a:r>
            <a:r>
              <a:rPr lang="en-US" altLang="zh-TW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”: “xxx“</a:t>
            </a:r>
            <a:r>
              <a:rPr lang="zh-TW" altLang="en-US">
                <a:solidFill>
                  <a:schemeClr val="accent1"/>
                </a:solidFill>
                <a:latin typeface="Cambria Math" panose="02040503050406030204" pitchFamily="18" charset="0"/>
                <a:ea typeface="微軟正黑體" panose="020B0604030504040204" pitchFamily="34" charset="-120"/>
              </a:rPr>
              <a:t> ，查看回傳結果</a:t>
            </a:r>
            <a:endParaRPr lang="en-US" altLang="zh-TW">
              <a:solidFill>
                <a:schemeClr val="accent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2E0A0A06-5F17-8E40-85C0-B06954C40C73}"/>
              </a:ext>
            </a:extLst>
          </p:cNvPr>
          <p:cNvCxnSpPr>
            <a:cxnSpLocks/>
          </p:cNvCxnSpPr>
          <p:nvPr/>
        </p:nvCxnSpPr>
        <p:spPr>
          <a:xfrm flipV="1">
            <a:off x="5158080" y="1855268"/>
            <a:ext cx="1242720" cy="73692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7321063-8D2B-C51B-1E03-6D644F5BB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431" y="6385789"/>
            <a:ext cx="2743200" cy="365125"/>
          </a:xfrm>
        </p:spPr>
        <p:txBody>
          <a:bodyPr/>
          <a:lstStyle/>
          <a:p>
            <a:fld id="{F88892AD-2C82-45F7-ABB6-E65DEC9684C9}" type="slidenum">
              <a:rPr lang="zh-TW" altLang="en-US" smtClean="0"/>
              <a:t>13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62162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FB0154D7-3149-FD57-F791-2B0A35A8F1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79"/>
          <a:stretch/>
        </p:blipFill>
        <p:spPr>
          <a:xfrm>
            <a:off x="7777958" y="4142311"/>
            <a:ext cx="2952205" cy="253955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DF4F873-6FCE-A584-EB56-6C704482C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176"/>
            <a:ext cx="10515600" cy="849721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Mocking API</a:t>
            </a:r>
            <a:r>
              <a:rPr lang="zh-TW" altLang="en-US" sz="32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使用方式</a:t>
            </a:r>
            <a:r>
              <a:rPr lang="en-US" altLang="zh-TW" sz="32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(anaconda)</a:t>
            </a:r>
            <a:endParaRPr lang="zh-TW" altLang="en-US" sz="320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AC6BC9-037C-7B3B-5AD7-A9795C164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09653"/>
            <a:ext cx="10688053" cy="524669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下載專案連結：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202410_Hackathon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打開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anaconda prompt</a:t>
            </a:r>
          </a:p>
          <a:p>
            <a:pPr marL="0" indent="0">
              <a:buNone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conda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create -n </a:t>
            </a:r>
            <a:r>
              <a:rPr lang="en-US" altLang="zh-TW" sz="2000" dirty="0" err="1">
                <a:solidFill>
                  <a:schemeClr val="accent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hackathon_env</a:t>
            </a:r>
            <a:r>
              <a:rPr lang="en-US" altLang="zh-TW" sz="2000" dirty="0">
                <a:solidFill>
                  <a:schemeClr val="accent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python=3.10 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#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建立虛擬環境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conda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env list         #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虛擬環境列表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conda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activate </a:t>
            </a:r>
            <a:r>
              <a:rPr lang="en-US" altLang="zh-TW" sz="2000" dirty="0" err="1">
                <a:solidFill>
                  <a:schemeClr val="accent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hackathon_env</a:t>
            </a:r>
            <a:r>
              <a:rPr lang="zh-TW" altLang="en-US" sz="2000" dirty="0">
                <a:solidFill>
                  <a:schemeClr val="accent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#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進入虛擬環境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fr-FR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</a:t>
            </a:r>
            <a:r>
              <a:rPr lang="fr-FR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conda</a:t>
            </a:r>
            <a:r>
              <a:rPr lang="fr-FR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fr-FR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env</a:t>
            </a:r>
            <a:r>
              <a:rPr lang="fr-FR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update -n </a:t>
            </a:r>
            <a:r>
              <a:rPr lang="fr-FR" altLang="zh-TW" sz="2000" dirty="0" err="1">
                <a:solidFill>
                  <a:schemeClr val="accent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hackathon_env</a:t>
            </a:r>
            <a:r>
              <a:rPr lang="fr-FR" altLang="zh-TW" sz="2000" dirty="0">
                <a:solidFill>
                  <a:schemeClr val="accent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fr-FR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--file </a:t>
            </a:r>
            <a:r>
              <a:rPr lang="fr-FR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environment.yaml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＃更新環境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安裝所需套件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0" indent="0">
              <a:buNone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$cd </a:t>
            </a:r>
            <a:r>
              <a:rPr lang="en-US" altLang="zh-TW" sz="2000" dirty="0">
                <a:solidFill>
                  <a:schemeClr val="accent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Downloads/project_spf_v0_api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#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切到專案目錄下</a:t>
            </a:r>
            <a:endParaRPr lang="fr-FR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fr-FR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uvicorn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"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swagger_server.__main__:main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 --host 0.0.0.0 --port 8085     #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啟動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server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另開一個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anaconda prompt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視窗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確認在目錄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/home/docker/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spoof_docker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下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0" indent="0">
              <a:buNone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$python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swagger_server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/test/e2e_test.py     #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執行測試腳本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UI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spec: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4"/>
              </a:rPr>
              <a:t>http://localhost:8085/ui/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30321D-AAB0-84CB-25B3-86538B4D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06526" y="6356350"/>
            <a:ext cx="1247274" cy="365125"/>
          </a:xfrm>
        </p:spPr>
        <p:txBody>
          <a:bodyPr/>
          <a:lstStyle/>
          <a:p>
            <a:fld id="{F88892AD-2C82-45F7-ABB6-E65DEC9684C9}" type="slidenum">
              <a:rPr lang="zh-TW" altLang="en-US" smtClean="0"/>
              <a:t>14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06343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AF9546-B1EC-BE3A-56A6-331BD1E30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154"/>
            <a:ext cx="10515600" cy="801915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3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整合核心模型（加分）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3E7A142-5048-0C71-2A36-66C564E9A1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7894751" y="1479142"/>
            <a:ext cx="3952795" cy="3139321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AAB6184-D93D-657F-A8D9-4AF9370A2BCC}"/>
              </a:ext>
            </a:extLst>
          </p:cNvPr>
          <p:cNvSpPr txBox="1"/>
          <p:nvPr/>
        </p:nvSpPr>
        <p:spPr>
          <a:xfrm>
            <a:off x="618186" y="1084217"/>
            <a:ext cx="584700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開發相關程式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核心模型相關程式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baseline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github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提供之模型參數檔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參考腳本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https://github.com/TakHemlata/SSL_Anti-spoofing/blob/main/model.py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9C413E0-57A1-7B93-0E43-BA8FFB246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310044"/>
              </p:ext>
            </p:extLst>
          </p:nvPr>
        </p:nvGraphicFramePr>
        <p:xfrm>
          <a:off x="934644" y="1489343"/>
          <a:ext cx="6831318" cy="13122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981">
                  <a:extLst>
                    <a:ext uri="{9D8B030D-6E8A-4147-A177-3AD203B41FA5}">
                      <a16:colId xmlns:a16="http://schemas.microsoft.com/office/drawing/2014/main" val="3968771758"/>
                    </a:ext>
                  </a:extLst>
                </a:gridCol>
                <a:gridCol w="5505337">
                  <a:extLst>
                    <a:ext uri="{9D8B030D-6E8A-4147-A177-3AD203B41FA5}">
                      <a16:colId xmlns:a16="http://schemas.microsoft.com/office/drawing/2014/main" val="2587753689"/>
                    </a:ext>
                  </a:extLst>
                </a:gridCol>
              </a:tblGrid>
              <a:tr h="32805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u="none" strike="noStrike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程式項目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u="none" strike="noStrike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檔案路徑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9206897"/>
                  </a:ext>
                </a:extLst>
              </a:tr>
              <a:tr h="328055">
                <a:tc>
                  <a:txBody>
                    <a:bodyPr/>
                    <a:lstStyle/>
                    <a:p>
                      <a:pPr algn="l" fontAlgn="ctr"/>
                      <a:r>
                        <a:rPr lang="en" sz="1600" u="none" strike="noStrike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API spec</a:t>
                      </a:r>
                      <a:r>
                        <a:rPr lang="zh-TW" altLang="en-US" sz="1600" u="none" strike="noStrike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定義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600" u="none" strike="noStrike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./swagger_server/swagger/swagger.yaml</a:t>
                      </a:r>
                      <a:endParaRPr lang="en" sz="16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64838199"/>
                  </a:ext>
                </a:extLst>
              </a:tr>
              <a:tr h="328055">
                <a:tc>
                  <a:txBody>
                    <a:bodyPr/>
                    <a:lstStyle/>
                    <a:p>
                      <a:pPr algn="l" fontAlgn="ctr"/>
                      <a:r>
                        <a:rPr lang="en" sz="1600" u="none" strike="noStrike">
                          <a:solidFill>
                            <a:srgbClr val="FF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API</a:t>
                      </a:r>
                      <a:r>
                        <a:rPr lang="zh-TW" altLang="en-US" sz="1600" u="none" strike="noStrike">
                          <a:solidFill>
                            <a:srgbClr val="FF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主程式</a:t>
                      </a:r>
                      <a:endParaRPr lang="zh-TW" altLang="en-US" sz="1600" b="0" i="0" u="none" strike="noStrike">
                        <a:solidFill>
                          <a:srgbClr val="FF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600" u="none" strike="noStrike" dirty="0">
                          <a:solidFill>
                            <a:srgbClr val="FF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./</a:t>
                      </a:r>
                      <a:r>
                        <a:rPr lang="en" sz="1600" u="none" strike="noStrike" dirty="0" err="1">
                          <a:solidFill>
                            <a:srgbClr val="FF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swagger_server</a:t>
                      </a:r>
                      <a:r>
                        <a:rPr lang="en" sz="1600" u="none" strike="noStrike" dirty="0">
                          <a:solidFill>
                            <a:srgbClr val="FF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/controllers/</a:t>
                      </a:r>
                      <a:r>
                        <a:rPr lang="en" sz="1600" u="none" strike="noStrike" dirty="0" err="1">
                          <a:solidFill>
                            <a:srgbClr val="FF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analyze_tool_controller.py</a:t>
                      </a:r>
                      <a:endParaRPr lang="en" sz="1600" b="0" i="0" u="none" strike="noStrike" dirty="0">
                        <a:solidFill>
                          <a:srgbClr val="FF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11256752"/>
                  </a:ext>
                </a:extLst>
              </a:tr>
              <a:tr h="328055">
                <a:tc>
                  <a:txBody>
                    <a:bodyPr/>
                    <a:lstStyle/>
                    <a:p>
                      <a:pPr algn="l" fontAlgn="ctr"/>
                      <a:r>
                        <a:rPr lang="en" sz="1600" u="none" strike="noStrike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API</a:t>
                      </a:r>
                      <a:r>
                        <a:rPr lang="zh-TW" altLang="en-US" sz="1600" u="none" strike="noStrike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測試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600" u="none" strike="noStrike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./</a:t>
                      </a:r>
                      <a:r>
                        <a:rPr lang="en" sz="1600" u="none" strike="noStrike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swagger_server</a:t>
                      </a:r>
                      <a:r>
                        <a:rPr lang="en" sz="1600" u="none" strike="noStrike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/test/e2e_test.py</a:t>
                      </a:r>
                      <a:endParaRPr lang="en" sz="16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95880372"/>
                  </a:ext>
                </a:extLst>
              </a:tr>
            </a:tbl>
          </a:graphicData>
        </a:graphic>
      </p:graphicFrame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74966DA9-08CB-58E9-9954-9652B3771D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2166123"/>
              </p:ext>
            </p:extLst>
          </p:nvPr>
        </p:nvGraphicFramePr>
        <p:xfrm>
          <a:off x="934644" y="5023589"/>
          <a:ext cx="8267162" cy="1090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17EDA102-C82F-8CC8-021C-A4D80713160C}"/>
              </a:ext>
            </a:extLst>
          </p:cNvPr>
          <p:cNvSpPr txBox="1"/>
          <p:nvPr/>
        </p:nvSpPr>
        <p:spPr>
          <a:xfrm>
            <a:off x="1057330" y="6126175"/>
            <a:ext cx="1062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已提供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7374EFE-93B5-78AD-EBE3-EC7C342D4BBD}"/>
              </a:ext>
            </a:extLst>
          </p:cNvPr>
          <p:cNvSpPr txBox="1"/>
          <p:nvPr/>
        </p:nvSpPr>
        <p:spPr>
          <a:xfrm>
            <a:off x="7765962" y="6126175"/>
            <a:ext cx="2001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已提供基本範例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00A0B63-F0AC-75C6-9C50-BFF4C1F62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92AD-2C82-45F7-ABB6-E65DEC9684C9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21E89E-A5AD-5DE3-DE79-943D2802619B}"/>
              </a:ext>
            </a:extLst>
          </p:cNvPr>
          <p:cNvSpPr txBox="1"/>
          <p:nvPr/>
        </p:nvSpPr>
        <p:spPr>
          <a:xfrm>
            <a:off x="2689614" y="6126175"/>
            <a:ext cx="142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模型推論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69989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6B0FD7-A434-CBCF-C3AB-234D1F7DA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400">
                <a:latin typeface="微軟正黑體" panose="020B0604030504040204" pitchFamily="34" charset="-120"/>
                <a:ea typeface="微軟正黑體" panose="020B0604030504040204" pitchFamily="34" charset="-120"/>
              </a:rPr>
              <a:t>附錄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E76F7EE-1C42-6D35-7F40-D8E14E153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sz="280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3E361F0-0EFB-D128-1BC7-638394CC8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92AD-2C82-45F7-ABB6-E65DEC9684C9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3930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03A8ED-165F-A54C-E175-4A98F0A99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159511"/>
            <a:ext cx="10372723" cy="549275"/>
          </a:xfrm>
        </p:spPr>
        <p:txBody>
          <a:bodyPr>
            <a:normAutofit/>
          </a:bodyPr>
          <a:lstStyle/>
          <a:p>
            <a:r>
              <a:rPr lang="en-US" altLang="zh-TW" sz="2800" b="1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Swagger </a:t>
            </a:r>
            <a:r>
              <a:rPr lang="zh-TW" altLang="en-US" sz="2800" b="1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工具使用</a:t>
            </a:r>
            <a:r>
              <a:rPr lang="en-US" altLang="zh-TW" sz="2800" b="1" kern="1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- </a:t>
            </a:r>
            <a:r>
              <a:rPr lang="en-US" altLang="zh-TW" sz="2800" b="1" kern="10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Swagger UI</a:t>
            </a:r>
            <a:endParaRPr lang="zh-TW" altLang="en-US" sz="2800" b="1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BF25C22-8FBB-41EC-957B-4F6986FD97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8838"/>
          <a:stretch/>
        </p:blipFill>
        <p:spPr>
          <a:xfrm>
            <a:off x="600075" y="1122713"/>
            <a:ext cx="7522159" cy="196770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680125D-5D8E-28F9-1835-DBCC97BABF0F}"/>
              </a:ext>
            </a:extLst>
          </p:cNvPr>
          <p:cNvSpPr txBox="1"/>
          <p:nvPr/>
        </p:nvSpPr>
        <p:spPr>
          <a:xfrm>
            <a:off x="495299" y="701935"/>
            <a:ext cx="7522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① 於 </a:t>
            </a:r>
            <a:r>
              <a:rPr lang="en-US" altLang="zh-TW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en-US" altLang="zh-TW" b="1" kern="1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wagger editor </a:t>
            </a:r>
            <a:r>
              <a:rPr lang="zh-TW" altLang="en-US" b="1" kern="1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生成 </a:t>
            </a:r>
            <a:r>
              <a:rPr lang="en-US" altLang="zh-TW" b="1" kern="1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swagger </a:t>
            </a:r>
            <a:r>
              <a:rPr lang="en-US" altLang="zh-TW" sz="1800" b="1" kern="10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server </a:t>
            </a:r>
            <a:r>
              <a:rPr lang="zh-TW" altLang="en-US" sz="1800" b="1" kern="10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的程式 </a:t>
            </a:r>
            <a:r>
              <a:rPr lang="en-US" altLang="zh-TW" sz="1800" b="1" kern="10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template</a:t>
            </a:r>
            <a:r>
              <a:rPr lang="zh-TW" altLang="en-US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C451DC3-BFE4-72D7-9571-393907A882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616" y="271439"/>
            <a:ext cx="2318001" cy="30527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箭號: 向右 8">
            <a:extLst>
              <a:ext uri="{FF2B5EF4-FFF2-40B4-BE49-F238E27FC236}">
                <a16:creationId xmlns:a16="http://schemas.microsoft.com/office/drawing/2014/main" id="{842F6666-85BC-C617-2EFE-57D097CA4349}"/>
              </a:ext>
            </a:extLst>
          </p:cNvPr>
          <p:cNvSpPr/>
          <p:nvPr/>
        </p:nvSpPr>
        <p:spPr>
          <a:xfrm>
            <a:off x="7906624" y="1812068"/>
            <a:ext cx="516941" cy="54927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36B3B28-215E-9C1D-EE31-F99E93B6F1DD}"/>
              </a:ext>
            </a:extLst>
          </p:cNvPr>
          <p:cNvSpPr txBox="1"/>
          <p:nvPr/>
        </p:nvSpPr>
        <p:spPr>
          <a:xfrm>
            <a:off x="406545" y="3484411"/>
            <a:ext cx="6962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② 按 </a:t>
            </a:r>
            <a:r>
              <a:rPr lang="en-US" altLang="zh-TW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README</a:t>
            </a:r>
            <a:r>
              <a:rPr lang="zh-TW" altLang="en-US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安裝環境並啟動 </a:t>
            </a:r>
            <a:r>
              <a:rPr lang="en-US" altLang="zh-TW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swagger server</a:t>
            </a:r>
            <a:endParaRPr lang="zh-TW" altLang="en-US" b="1">
              <a:solidFill>
                <a:srgbClr val="FF00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482342B-2E23-C3CA-67EA-11E5F2F1A3DE}"/>
              </a:ext>
            </a:extLst>
          </p:cNvPr>
          <p:cNvSpPr txBox="1"/>
          <p:nvPr/>
        </p:nvSpPr>
        <p:spPr>
          <a:xfrm>
            <a:off x="6628102" y="3459559"/>
            <a:ext cx="54305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③ 打開網頁</a:t>
            </a:r>
            <a:r>
              <a:rPr lang="en-US" altLang="zh-TW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kern="10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Swagger UI</a:t>
            </a:r>
            <a:r>
              <a:rPr lang="zh-TW" altLang="en-US" b="1" kern="10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200" b="1" kern="1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(http://localhost:8080/api/ui/)</a:t>
            </a:r>
            <a:endParaRPr lang="zh-TW" altLang="en-US" b="1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E91C5040-21F2-7D97-77CB-9E030C0366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298" y="3965671"/>
            <a:ext cx="5879953" cy="176961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360616A-5C8D-D0F5-8506-3FC6EB2904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4582" y="3857945"/>
            <a:ext cx="4053943" cy="2728616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CC70CCC-10CB-0DD5-F512-18260CA37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92AD-2C82-45F7-ABB6-E65DEC9684C9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798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1313</TotalTime>
  <Words>1659</Words>
  <Application>Microsoft Macintosh PowerPoint</Application>
  <PresentationFormat>寬螢幕</PresentationFormat>
  <Paragraphs>307</Paragraphs>
  <Slides>18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30" baseType="lpstr">
      <vt:lpstr>微軟正黑體</vt:lpstr>
      <vt:lpstr>微軟正黑體</vt:lpstr>
      <vt:lpstr>NimbusRomNo9L</vt:lpstr>
      <vt:lpstr>Aptos</vt:lpstr>
      <vt:lpstr>Aptos Display</vt:lpstr>
      <vt:lpstr>Arial</vt:lpstr>
      <vt:lpstr>Calibri</vt:lpstr>
      <vt:lpstr>Cambria Math</vt:lpstr>
      <vt:lpstr>Open Sans</vt:lpstr>
      <vt:lpstr>Times New Roman</vt:lpstr>
      <vt:lpstr>Wingdings</vt:lpstr>
      <vt:lpstr>Office 佈景主題</vt:lpstr>
      <vt:lpstr>講義/課程資源下載</vt:lpstr>
      <vt:lpstr>以AI之盾，防AI之矛​ 語音偵偽技術及應用工具簡介</vt:lpstr>
      <vt:lpstr>大綱</vt:lpstr>
      <vt:lpstr>課程資源</vt:lpstr>
      <vt:lpstr>語音偵偽系統架構及評分重點</vt:lpstr>
      <vt:lpstr>語音偵偽技術--ASVSpoof 競賽簡介</vt:lpstr>
      <vt:lpstr>語音偵偽技術-- ASVSpoof 競賽資料集</vt:lpstr>
      <vt:lpstr>語音偵偽技術-- ASVSpoof5 競賽結果</vt:lpstr>
      <vt:lpstr>PowerPoint 簡報</vt:lpstr>
      <vt:lpstr> </vt:lpstr>
      <vt:lpstr>PowerPoint 簡報</vt:lpstr>
      <vt:lpstr>Mocking API 框架- Swagger</vt:lpstr>
      <vt:lpstr>以Docker image部署Mocking API</vt:lpstr>
      <vt:lpstr>Mocking API 使用方式(docker)</vt:lpstr>
      <vt:lpstr>Mocking API 使用方式(anaconda)</vt:lpstr>
      <vt:lpstr>API 整合核心模型（加分）</vt:lpstr>
      <vt:lpstr>附錄</vt:lpstr>
      <vt:lpstr>Swagger 工具使用- Swagger UI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鄭羽涵</dc:creator>
  <cp:lastModifiedBy>鄭羽涵</cp:lastModifiedBy>
  <cp:revision>29</cp:revision>
  <dcterms:created xsi:type="dcterms:W3CDTF">2024-09-18T02:26:36Z</dcterms:created>
  <dcterms:modified xsi:type="dcterms:W3CDTF">2024-10-04T04:51:58Z</dcterms:modified>
</cp:coreProperties>
</file>